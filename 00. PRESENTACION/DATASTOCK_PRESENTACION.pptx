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78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embeddedFontLst>
    <p:embeddedFont>
      <p:font typeface="Open Sans" panose="020B060603050402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92">
          <p15:clr>
            <a:srgbClr val="A4A3A4"/>
          </p15:clr>
        </p15:guide>
        <p15:guide id="2" pos="7056">
          <p15:clr>
            <a:srgbClr val="A4A3A4"/>
          </p15:clr>
        </p15:guide>
        <p15:guide id="3" orient="horz" pos="3168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jPZUknAHc/k+LNFLdQab6FCDQd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4ED698-0E21-698A-C6F3-1954331C862E}" v="54" dt="2026-02-26T20:49:57.024"/>
    <p1510:client id="{29AD70B1-841B-C929-29EA-549EC8618D6A}" v="553" dt="2026-02-26T20:39:03.740"/>
    <p1510:client id="{8A717F54-713D-AF13-90ED-18B25909EC37}" v="3" dt="2026-02-26T19:36:55.641"/>
    <p1510:client id="{B41DB8D4-5053-5D8C-DEA6-62825D789731}" v="149" dt="2026-02-27T21:20:42.2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1392"/>
        <p:guide pos="7056"/>
        <p:guide orient="horz" pos="31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customschemas.google.com/relationships/presentationmetadata" Target="meta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5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yana Vera Leon" userId="S::dayana.vera@soy.sena.edu.co::49320f96-fb15-4796-97a1-b8b0197f08c8" providerId="AD" clId="Web-{B41DB8D4-5053-5D8C-DEA6-62825D789731}"/>
    <pc:docChg chg="modSld">
      <pc:chgData name="Dayana Vera Leon" userId="S::dayana.vera@soy.sena.edu.co::49320f96-fb15-4796-97a1-b8b0197f08c8" providerId="AD" clId="Web-{B41DB8D4-5053-5D8C-DEA6-62825D789731}" dt="2026-02-27T21:20:39.954" v="81" actId="20577"/>
      <pc:docMkLst>
        <pc:docMk/>
      </pc:docMkLst>
      <pc:sldChg chg="modSp">
        <pc:chgData name="Dayana Vera Leon" userId="S::dayana.vera@soy.sena.edu.co::49320f96-fb15-4796-97a1-b8b0197f08c8" providerId="AD" clId="Web-{B41DB8D4-5053-5D8C-DEA6-62825D789731}" dt="2026-02-27T19:19:18.125" v="7" actId="20577"/>
        <pc:sldMkLst>
          <pc:docMk/>
          <pc:sldMk cId="0" sldId="256"/>
        </pc:sldMkLst>
        <pc:spChg chg="mod">
          <ac:chgData name="Dayana Vera Leon" userId="S::dayana.vera@soy.sena.edu.co::49320f96-fb15-4796-97a1-b8b0197f08c8" providerId="AD" clId="Web-{B41DB8D4-5053-5D8C-DEA6-62825D789731}" dt="2026-02-27T19:19:18.125" v="7" actId="20577"/>
          <ac:spMkLst>
            <pc:docMk/>
            <pc:sldMk cId="0" sldId="256"/>
            <ac:spMk id="163" creationId="{00000000-0000-0000-0000-000000000000}"/>
          </ac:spMkLst>
        </pc:spChg>
      </pc:sldChg>
      <pc:sldChg chg="modSp">
        <pc:chgData name="Dayana Vera Leon" userId="S::dayana.vera@soy.sena.edu.co::49320f96-fb15-4796-97a1-b8b0197f08c8" providerId="AD" clId="Web-{B41DB8D4-5053-5D8C-DEA6-62825D789731}" dt="2026-02-27T21:20:39.954" v="81" actId="20577"/>
        <pc:sldMkLst>
          <pc:docMk/>
          <pc:sldMk cId="2815881878" sldId="278"/>
        </pc:sldMkLst>
        <pc:spChg chg="mod">
          <ac:chgData name="Dayana Vera Leon" userId="S::dayana.vera@soy.sena.edu.co::49320f96-fb15-4796-97a1-b8b0197f08c8" providerId="AD" clId="Web-{B41DB8D4-5053-5D8C-DEA6-62825D789731}" dt="2026-02-27T21:20:39.954" v="81" actId="20577"/>
          <ac:spMkLst>
            <pc:docMk/>
            <pc:sldMk cId="2815881878" sldId="278"/>
            <ac:spMk id="458" creationId="{2BF96A0F-F7CF-C598-1867-CA38FCE663C3}"/>
          </ac:spMkLst>
        </pc:spChg>
      </pc:sldChg>
    </pc:docChg>
  </pc:docChgLst>
  <pc:docChgLst>
    <pc:chgData name="Dayana Vera Leon" userId="S::dayana.vera@soy.sena.edu.co::49320f96-fb15-4796-97a1-b8b0197f08c8" providerId="AD" clId="Web-{29AD70B1-841B-C929-29EA-549EC8618D6A}"/>
    <pc:docChg chg="addSld modSld">
      <pc:chgData name="Dayana Vera Leon" userId="S::dayana.vera@soy.sena.edu.co::49320f96-fb15-4796-97a1-b8b0197f08c8" providerId="AD" clId="Web-{29AD70B1-841B-C929-29EA-549EC8618D6A}" dt="2026-02-26T20:39:03.740" v="566" actId="1076"/>
      <pc:docMkLst>
        <pc:docMk/>
      </pc:docMkLst>
      <pc:sldChg chg="modSp">
        <pc:chgData name="Dayana Vera Leon" userId="S::dayana.vera@soy.sena.edu.co::49320f96-fb15-4796-97a1-b8b0197f08c8" providerId="AD" clId="Web-{29AD70B1-841B-C929-29EA-549EC8618D6A}" dt="2026-02-26T20:14:57.598" v="435" actId="1076"/>
        <pc:sldMkLst>
          <pc:docMk/>
          <pc:sldMk cId="0" sldId="256"/>
        </pc:sldMkLst>
        <pc:spChg chg="mod">
          <ac:chgData name="Dayana Vera Leon" userId="S::dayana.vera@soy.sena.edu.co::49320f96-fb15-4796-97a1-b8b0197f08c8" providerId="AD" clId="Web-{29AD70B1-841B-C929-29EA-549EC8618D6A}" dt="2026-02-26T20:14:57.598" v="435" actId="1076"/>
          <ac:spMkLst>
            <pc:docMk/>
            <pc:sldMk cId="0" sldId="256"/>
            <ac:spMk id="163" creationId="{00000000-0000-0000-0000-000000000000}"/>
          </ac:spMkLst>
        </pc:spChg>
      </pc:sldChg>
      <pc:sldChg chg="modSp">
        <pc:chgData name="Dayana Vera Leon" userId="S::dayana.vera@soy.sena.edu.co::49320f96-fb15-4796-97a1-b8b0197f08c8" providerId="AD" clId="Web-{29AD70B1-841B-C929-29EA-549EC8618D6A}" dt="2026-02-26T20:23:55.536" v="471" actId="20577"/>
        <pc:sldMkLst>
          <pc:docMk/>
          <pc:sldMk cId="0" sldId="257"/>
        </pc:sldMkLst>
        <pc:spChg chg="mod">
          <ac:chgData name="Dayana Vera Leon" userId="S::dayana.vera@soy.sena.edu.co::49320f96-fb15-4796-97a1-b8b0197f08c8" providerId="AD" clId="Web-{29AD70B1-841B-C929-29EA-549EC8618D6A}" dt="2026-02-26T20:23:55.536" v="471" actId="20577"/>
          <ac:spMkLst>
            <pc:docMk/>
            <pc:sldMk cId="0" sldId="257"/>
            <ac:spMk id="172" creationId="{00000000-0000-0000-0000-000000000000}"/>
          </ac:spMkLst>
        </pc:spChg>
      </pc:sldChg>
      <pc:sldChg chg="modSp">
        <pc:chgData name="Dayana Vera Leon" userId="S::dayana.vera@soy.sena.edu.co::49320f96-fb15-4796-97a1-b8b0197f08c8" providerId="AD" clId="Web-{29AD70B1-841B-C929-29EA-549EC8618D6A}" dt="2026-02-26T20:24:26.833" v="482" actId="20577"/>
        <pc:sldMkLst>
          <pc:docMk/>
          <pc:sldMk cId="0" sldId="258"/>
        </pc:sldMkLst>
        <pc:spChg chg="mod">
          <ac:chgData name="Dayana Vera Leon" userId="S::dayana.vera@soy.sena.edu.co::49320f96-fb15-4796-97a1-b8b0197f08c8" providerId="AD" clId="Web-{29AD70B1-841B-C929-29EA-549EC8618D6A}" dt="2026-02-26T20:24:26.833" v="482" actId="20577"/>
          <ac:spMkLst>
            <pc:docMk/>
            <pc:sldMk cId="0" sldId="258"/>
            <ac:spMk id="186" creationId="{00000000-0000-0000-0000-000000000000}"/>
          </ac:spMkLst>
        </pc:spChg>
      </pc:sldChg>
      <pc:sldChg chg="modSp">
        <pc:chgData name="Dayana Vera Leon" userId="S::dayana.vera@soy.sena.edu.co::49320f96-fb15-4796-97a1-b8b0197f08c8" providerId="AD" clId="Web-{29AD70B1-841B-C929-29EA-549EC8618D6A}" dt="2026-02-26T20:39:03.740" v="566" actId="1076"/>
        <pc:sldMkLst>
          <pc:docMk/>
          <pc:sldMk cId="0" sldId="259"/>
        </pc:sldMkLst>
        <pc:spChg chg="mod">
          <ac:chgData name="Dayana Vera Leon" userId="S::dayana.vera@soy.sena.edu.co::49320f96-fb15-4796-97a1-b8b0197f08c8" providerId="AD" clId="Web-{29AD70B1-841B-C929-29EA-549EC8618D6A}" dt="2026-02-26T20:39:03.740" v="566" actId="1076"/>
          <ac:spMkLst>
            <pc:docMk/>
            <pc:sldMk cId="0" sldId="259"/>
            <ac:spMk id="197" creationId="{00000000-0000-0000-0000-000000000000}"/>
          </ac:spMkLst>
        </pc:spChg>
      </pc:sldChg>
      <pc:sldChg chg="modSp">
        <pc:chgData name="Dayana Vera Leon" userId="S::dayana.vera@soy.sena.edu.co::49320f96-fb15-4796-97a1-b8b0197f08c8" providerId="AD" clId="Web-{29AD70B1-841B-C929-29EA-549EC8618D6A}" dt="2026-02-26T20:38:50.771" v="565" actId="1076"/>
        <pc:sldMkLst>
          <pc:docMk/>
          <pc:sldMk cId="0" sldId="260"/>
        </pc:sldMkLst>
        <pc:spChg chg="mod">
          <ac:chgData name="Dayana Vera Leon" userId="S::dayana.vera@soy.sena.edu.co::49320f96-fb15-4796-97a1-b8b0197f08c8" providerId="AD" clId="Web-{29AD70B1-841B-C929-29EA-549EC8618D6A}" dt="2026-02-26T20:38:50.756" v="564" actId="1076"/>
          <ac:spMkLst>
            <pc:docMk/>
            <pc:sldMk cId="0" sldId="260"/>
            <ac:spMk id="210" creationId="{00000000-0000-0000-0000-000000000000}"/>
          </ac:spMkLst>
        </pc:spChg>
        <pc:spChg chg="mod">
          <ac:chgData name="Dayana Vera Leon" userId="S::dayana.vera@soy.sena.edu.co::49320f96-fb15-4796-97a1-b8b0197f08c8" providerId="AD" clId="Web-{29AD70B1-841B-C929-29EA-549EC8618D6A}" dt="2026-02-26T20:38:50.771" v="565" actId="1076"/>
          <ac:spMkLst>
            <pc:docMk/>
            <pc:sldMk cId="0" sldId="260"/>
            <ac:spMk id="211" creationId="{00000000-0000-0000-0000-000000000000}"/>
          </ac:spMkLst>
        </pc:spChg>
      </pc:sldChg>
      <pc:sldChg chg="modSp">
        <pc:chgData name="Dayana Vera Leon" userId="S::dayana.vera@soy.sena.edu.co::49320f96-fb15-4796-97a1-b8b0197f08c8" providerId="AD" clId="Web-{29AD70B1-841B-C929-29EA-549EC8618D6A}" dt="2026-02-26T20:38:04.896" v="560"/>
        <pc:sldMkLst>
          <pc:docMk/>
          <pc:sldMk cId="0" sldId="261"/>
        </pc:sldMkLst>
        <pc:spChg chg="mod">
          <ac:chgData name="Dayana Vera Leon" userId="S::dayana.vera@soy.sena.edu.co::49320f96-fb15-4796-97a1-b8b0197f08c8" providerId="AD" clId="Web-{29AD70B1-841B-C929-29EA-549EC8618D6A}" dt="2026-02-26T20:37:42.177" v="557" actId="1076"/>
          <ac:spMkLst>
            <pc:docMk/>
            <pc:sldMk cId="0" sldId="261"/>
            <ac:spMk id="227" creationId="{00000000-0000-0000-0000-000000000000}"/>
          </ac:spMkLst>
        </pc:spChg>
        <pc:spChg chg="mod">
          <ac:chgData name="Dayana Vera Leon" userId="S::dayana.vera@soy.sena.edu.co::49320f96-fb15-4796-97a1-b8b0197f08c8" providerId="AD" clId="Web-{29AD70B1-841B-C929-29EA-549EC8618D6A}" dt="2026-02-26T20:38:04.896" v="560"/>
          <ac:spMkLst>
            <pc:docMk/>
            <pc:sldMk cId="0" sldId="261"/>
            <ac:spMk id="228" creationId="{00000000-0000-0000-0000-000000000000}"/>
          </ac:spMkLst>
        </pc:spChg>
        <pc:picChg chg="mod">
          <ac:chgData name="Dayana Vera Leon" userId="S::dayana.vera@soy.sena.edu.co::49320f96-fb15-4796-97a1-b8b0197f08c8" providerId="AD" clId="Web-{29AD70B1-841B-C929-29EA-549EC8618D6A}" dt="2026-02-26T19:46:27.361" v="79" actId="14100"/>
          <ac:picMkLst>
            <pc:docMk/>
            <pc:sldMk cId="0" sldId="261"/>
            <ac:picMk id="226" creationId="{00000000-0000-0000-0000-000000000000}"/>
          </ac:picMkLst>
        </pc:picChg>
      </pc:sldChg>
      <pc:sldChg chg="modSp">
        <pc:chgData name="Dayana Vera Leon" userId="S::dayana.vera@soy.sena.edu.co::49320f96-fb15-4796-97a1-b8b0197f08c8" providerId="AD" clId="Web-{29AD70B1-841B-C929-29EA-549EC8618D6A}" dt="2026-02-26T20:31:25.646" v="497" actId="20577"/>
        <pc:sldMkLst>
          <pc:docMk/>
          <pc:sldMk cId="0" sldId="269"/>
        </pc:sldMkLst>
        <pc:spChg chg="mod">
          <ac:chgData name="Dayana Vera Leon" userId="S::dayana.vera@soy.sena.edu.co::49320f96-fb15-4796-97a1-b8b0197f08c8" providerId="AD" clId="Web-{29AD70B1-841B-C929-29EA-549EC8618D6A}" dt="2026-02-26T20:31:25.646" v="497" actId="20577"/>
          <ac:spMkLst>
            <pc:docMk/>
            <pc:sldMk cId="0" sldId="269"/>
            <ac:spMk id="345" creationId="{00000000-0000-0000-0000-000000000000}"/>
          </ac:spMkLst>
        </pc:spChg>
      </pc:sldChg>
      <pc:sldChg chg="add replId">
        <pc:chgData name="Dayana Vera Leon" userId="S::dayana.vera@soy.sena.edu.co::49320f96-fb15-4796-97a1-b8b0197f08c8" providerId="AD" clId="Web-{29AD70B1-841B-C929-29EA-549EC8618D6A}" dt="2026-02-26T20:35:02.256" v="498"/>
        <pc:sldMkLst>
          <pc:docMk/>
          <pc:sldMk cId="3193484783" sldId="279"/>
        </pc:sldMkLst>
      </pc:sldChg>
    </pc:docChg>
  </pc:docChgLst>
  <pc:docChgLst>
    <pc:chgData name="Dayana Vera Leon" userId="S::dayana.vera@soy.sena.edu.co::49320f96-fb15-4796-97a1-b8b0197f08c8" providerId="AD" clId="Web-{8A717F54-713D-AF13-90ED-18B25909EC37}"/>
    <pc:docChg chg="modSld">
      <pc:chgData name="Dayana Vera Leon" userId="S::dayana.vera@soy.sena.edu.co::49320f96-fb15-4796-97a1-b8b0197f08c8" providerId="AD" clId="Web-{8A717F54-713D-AF13-90ED-18B25909EC37}" dt="2026-02-26T19:36:55.641" v="2" actId="20577"/>
      <pc:docMkLst>
        <pc:docMk/>
      </pc:docMkLst>
      <pc:sldChg chg="modSp">
        <pc:chgData name="Dayana Vera Leon" userId="S::dayana.vera@soy.sena.edu.co::49320f96-fb15-4796-97a1-b8b0197f08c8" providerId="AD" clId="Web-{8A717F54-713D-AF13-90ED-18B25909EC37}" dt="2026-02-26T19:36:55.641" v="2" actId="20577"/>
        <pc:sldMkLst>
          <pc:docMk/>
          <pc:sldMk cId="0" sldId="256"/>
        </pc:sldMkLst>
        <pc:spChg chg="mod">
          <ac:chgData name="Dayana Vera Leon" userId="S::dayana.vera@soy.sena.edu.co::49320f96-fb15-4796-97a1-b8b0197f08c8" providerId="AD" clId="Web-{8A717F54-713D-AF13-90ED-18B25909EC37}" dt="2026-02-26T19:36:55.641" v="2" actId="20577"/>
          <ac:spMkLst>
            <pc:docMk/>
            <pc:sldMk cId="0" sldId="256"/>
            <ac:spMk id="164" creationId="{00000000-0000-0000-0000-000000000000}"/>
          </ac:spMkLst>
        </pc:spChg>
      </pc:sldChg>
    </pc:docChg>
  </pc:docChgLst>
  <pc:docChgLst>
    <pc:chgData name="Dayana Vera Leon" userId="S::dayana.vera@soy.sena.edu.co::49320f96-fb15-4796-97a1-b8b0197f08c8" providerId="AD" clId="Web-{044ED698-0E21-698A-C6F3-1954331C862E}"/>
    <pc:docChg chg="addSld delSld modSld sldOrd">
      <pc:chgData name="Dayana Vera Leon" userId="S::dayana.vera@soy.sena.edu.co::49320f96-fb15-4796-97a1-b8b0197f08c8" providerId="AD" clId="Web-{044ED698-0E21-698A-C6F3-1954331C862E}" dt="2026-02-26T20:49:57.024" v="53"/>
      <pc:docMkLst>
        <pc:docMk/>
      </pc:docMkLst>
      <pc:sldChg chg="modSp">
        <pc:chgData name="Dayana Vera Leon" userId="S::dayana.vera@soy.sena.edu.co::49320f96-fb15-4796-97a1-b8b0197f08c8" providerId="AD" clId="Web-{044ED698-0E21-698A-C6F3-1954331C862E}" dt="2026-02-26T20:48:07.446" v="50" actId="1076"/>
        <pc:sldMkLst>
          <pc:docMk/>
          <pc:sldMk cId="0" sldId="256"/>
        </pc:sldMkLst>
        <pc:spChg chg="mod">
          <ac:chgData name="Dayana Vera Leon" userId="S::dayana.vera@soy.sena.edu.co::49320f96-fb15-4796-97a1-b8b0197f08c8" providerId="AD" clId="Web-{044ED698-0E21-698A-C6F3-1954331C862E}" dt="2026-02-26T20:48:07.446" v="50" actId="1076"/>
          <ac:spMkLst>
            <pc:docMk/>
            <pc:sldMk cId="0" sldId="256"/>
            <ac:spMk id="163" creationId="{00000000-0000-0000-0000-000000000000}"/>
          </ac:spMkLst>
        </pc:spChg>
      </pc:sldChg>
      <pc:sldChg chg="delSp modSp">
        <pc:chgData name="Dayana Vera Leon" userId="S::dayana.vera@soy.sena.edu.co::49320f96-fb15-4796-97a1-b8b0197f08c8" providerId="AD" clId="Web-{044ED698-0E21-698A-C6F3-1954331C862E}" dt="2026-02-26T20:44:55.165" v="29" actId="1076"/>
        <pc:sldMkLst>
          <pc:docMk/>
          <pc:sldMk cId="0" sldId="258"/>
        </pc:sldMkLst>
        <pc:spChg chg="mod">
          <ac:chgData name="Dayana Vera Leon" userId="S::dayana.vera@soy.sena.edu.co::49320f96-fb15-4796-97a1-b8b0197f08c8" providerId="AD" clId="Web-{044ED698-0E21-698A-C6F3-1954331C862E}" dt="2026-02-26T20:44:42.446" v="28" actId="1076"/>
          <ac:spMkLst>
            <pc:docMk/>
            <pc:sldMk cId="0" sldId="258"/>
            <ac:spMk id="186" creationId="{00000000-0000-0000-0000-000000000000}"/>
          </ac:spMkLst>
        </pc:spChg>
        <pc:spChg chg="mod">
          <ac:chgData name="Dayana Vera Leon" userId="S::dayana.vera@soy.sena.edu.co::49320f96-fb15-4796-97a1-b8b0197f08c8" providerId="AD" clId="Web-{044ED698-0E21-698A-C6F3-1954331C862E}" dt="2026-02-26T20:44:55.165" v="29" actId="1076"/>
          <ac:spMkLst>
            <pc:docMk/>
            <pc:sldMk cId="0" sldId="258"/>
            <ac:spMk id="187" creationId="{00000000-0000-0000-0000-000000000000}"/>
          </ac:spMkLst>
        </pc:spChg>
        <pc:spChg chg="del mod">
          <ac:chgData name="Dayana Vera Leon" userId="S::dayana.vera@soy.sena.edu.co::49320f96-fb15-4796-97a1-b8b0197f08c8" providerId="AD" clId="Web-{044ED698-0E21-698A-C6F3-1954331C862E}" dt="2026-02-26T20:44:04.556" v="25"/>
          <ac:spMkLst>
            <pc:docMk/>
            <pc:sldMk cId="0" sldId="258"/>
            <ac:spMk id="188" creationId="{00000000-0000-0000-0000-000000000000}"/>
          </ac:spMkLst>
        </pc:spChg>
        <pc:spChg chg="mod">
          <ac:chgData name="Dayana Vera Leon" userId="S::dayana.vera@soy.sena.edu.co::49320f96-fb15-4796-97a1-b8b0197f08c8" providerId="AD" clId="Web-{044ED698-0E21-698A-C6F3-1954331C862E}" dt="2026-02-26T20:44:13.228" v="26" actId="1076"/>
          <ac:spMkLst>
            <pc:docMk/>
            <pc:sldMk cId="0" sldId="258"/>
            <ac:spMk id="189" creationId="{00000000-0000-0000-0000-000000000000}"/>
          </ac:spMkLst>
        </pc:spChg>
      </pc:sldChg>
      <pc:sldChg chg="modSp">
        <pc:chgData name="Dayana Vera Leon" userId="S::dayana.vera@soy.sena.edu.co::49320f96-fb15-4796-97a1-b8b0197f08c8" providerId="AD" clId="Web-{044ED698-0E21-698A-C6F3-1954331C862E}" dt="2026-02-26T20:46:42.837" v="43" actId="1076"/>
        <pc:sldMkLst>
          <pc:docMk/>
          <pc:sldMk cId="0" sldId="260"/>
        </pc:sldMkLst>
        <pc:spChg chg="mod">
          <ac:chgData name="Dayana Vera Leon" userId="S::dayana.vera@soy.sena.edu.co::49320f96-fb15-4796-97a1-b8b0197f08c8" providerId="AD" clId="Web-{044ED698-0E21-698A-C6F3-1954331C862E}" dt="2026-02-26T20:46:42.821" v="42" actId="1076"/>
          <ac:spMkLst>
            <pc:docMk/>
            <pc:sldMk cId="0" sldId="260"/>
            <ac:spMk id="210" creationId="{00000000-0000-0000-0000-000000000000}"/>
          </ac:spMkLst>
        </pc:spChg>
        <pc:spChg chg="mod">
          <ac:chgData name="Dayana Vera Leon" userId="S::dayana.vera@soy.sena.edu.co::49320f96-fb15-4796-97a1-b8b0197f08c8" providerId="AD" clId="Web-{044ED698-0E21-698A-C6F3-1954331C862E}" dt="2026-02-26T20:46:42.837" v="43" actId="1076"/>
          <ac:spMkLst>
            <pc:docMk/>
            <pc:sldMk cId="0" sldId="260"/>
            <ac:spMk id="211" creationId="{00000000-0000-0000-0000-000000000000}"/>
          </ac:spMkLst>
        </pc:spChg>
      </pc:sldChg>
      <pc:sldChg chg="add del ord replId">
        <pc:chgData name="Dayana Vera Leon" userId="S::dayana.vera@soy.sena.edu.co::49320f96-fb15-4796-97a1-b8b0197f08c8" providerId="AD" clId="Web-{044ED698-0E21-698A-C6F3-1954331C862E}" dt="2026-02-26T20:49:57.024" v="53"/>
        <pc:sldMkLst>
          <pc:docMk/>
          <pc:sldMk cId="2815881878" sldId="278"/>
        </pc:sldMkLst>
      </pc:sldChg>
      <pc:sldChg chg="del">
        <pc:chgData name="Dayana Vera Leon" userId="S::dayana.vera@soy.sena.edu.co::49320f96-fb15-4796-97a1-b8b0197f08c8" providerId="AD" clId="Web-{044ED698-0E21-698A-C6F3-1954331C862E}" dt="2026-02-26T20:47:06.852" v="44"/>
        <pc:sldMkLst>
          <pc:docMk/>
          <pc:sldMk cId="3193484783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185dbb52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9185dbb52d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9185dbb52d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>
          <a:extLst>
            <a:ext uri="{FF2B5EF4-FFF2-40B4-BE49-F238E27FC236}">
              <a16:creationId xmlns:a16="http://schemas.microsoft.com/office/drawing/2014/main" id="{57B3B5C6-1AAF-38C9-7C65-B75C96966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4:notes">
            <a:extLst>
              <a:ext uri="{FF2B5EF4-FFF2-40B4-BE49-F238E27FC236}">
                <a16:creationId xmlns:a16="http://schemas.microsoft.com/office/drawing/2014/main" id="{0F4F69E1-C8E2-72AB-CBB2-1944AD1F42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5" name="Google Shape;445;p14:notes">
            <a:extLst>
              <a:ext uri="{FF2B5EF4-FFF2-40B4-BE49-F238E27FC236}">
                <a16:creationId xmlns:a16="http://schemas.microsoft.com/office/drawing/2014/main" id="{391FD51A-1F31-676C-E615-3FCBCD92F9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4:notes">
            <a:extLst>
              <a:ext uri="{FF2B5EF4-FFF2-40B4-BE49-F238E27FC236}">
                <a16:creationId xmlns:a16="http://schemas.microsoft.com/office/drawing/2014/main" id="{BDC914C7-F028-C2CA-E566-EB0347F6A0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0822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0f82315d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3b0f82315d9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g3b0f82315d9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b0f82315d9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3b0f82315d9_0_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3b0f82315d9_0_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b0f82315d9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g3b0f82315d9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g3b0f82315d9_0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b0f82315d9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g3b0f82315d9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g3b0f82315d9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b0f82315d9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g3b0f82315d9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3b0f82315d9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7261f6c68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g3a7261f6c68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g3a7261f6c68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71603f86a28a26d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g71603f86a28a26d6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g71603f86a28a26d6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b0f82315d9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g3b0f82315d9_0_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g3b0f82315d9_0_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b0f82315d9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g3b0f82315d9_1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g3b0f82315d9_1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b0f82315d9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0" name="Google Shape;380;g3b0f82315d9_1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g3b0f82315d9_1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b0f82315d9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3" name="Google Shape;393;g3b0f82315d9_1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g3b0f82315d9_1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b0f82315d9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6" name="Google Shape;406;g3b0f82315d9_1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g3b0f82315d9_1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b0f82315d9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9" name="Google Shape;419;g3b0f82315d9_1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g3b0f82315d9_1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b0f82315d9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g3b0f82315d9_1_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g3b0f82315d9_1_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5" name="Google Shape;44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23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 2" type="title">
  <p:cSld name="TITLE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2700000" scaled="0"/>
        </a:gra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1298448" y="594360"/>
            <a:ext cx="6272784" cy="2843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Open Sans"/>
              <a:buNone/>
              <a:defRPr sz="5400" b="1" i="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5641848" y="4700016"/>
            <a:ext cx="5093208" cy="119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18" name="Google Shape;18;p16"/>
          <p:cNvCxnSpPr/>
          <p:nvPr/>
        </p:nvCxnSpPr>
        <p:spPr>
          <a:xfrm>
            <a:off x="1301262" y="3496322"/>
            <a:ext cx="0" cy="3352800"/>
          </a:xfrm>
          <a:prstGeom prst="straightConnector1">
            <a:avLst/>
          </a:prstGeom>
          <a:noFill/>
          <a:ln w="25400" cap="sq" cmpd="sng">
            <a:solidFill>
              <a:schemeClr val="lt1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19" name="Google Shape;19;p16"/>
          <p:cNvSpPr/>
          <p:nvPr/>
        </p:nvSpPr>
        <p:spPr>
          <a:xfrm>
            <a:off x="8217780" y="2973840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" name="Google Shape;20;p16"/>
          <p:cNvSpPr/>
          <p:nvPr/>
        </p:nvSpPr>
        <p:spPr>
          <a:xfrm>
            <a:off x="7859002" y="2744546"/>
            <a:ext cx="139038" cy="139038"/>
          </a:xfrm>
          <a:custGeom>
            <a:avLst/>
            <a:gdLst/>
            <a:ahLst/>
            <a:cxnLst/>
            <a:rect l="l" t="t" r="r" b="b"/>
            <a:pathLst>
              <a:path w="139038" h="139038" extrusionOk="0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" name="Google Shape;21;p16"/>
          <p:cNvSpPr/>
          <p:nvPr/>
        </p:nvSpPr>
        <p:spPr>
          <a:xfrm>
            <a:off x="7843462" y="3198265"/>
            <a:ext cx="127713" cy="127713"/>
          </a:xfrm>
          <a:custGeom>
            <a:avLst/>
            <a:gdLst/>
            <a:ahLst/>
            <a:cxnLst/>
            <a:rect l="l" t="t" r="r" b="b"/>
            <a:pathLst>
              <a:path w="127713" h="127713" extrusionOk="0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Diapositiva del título ">
  <p:cSld name="3_Diapositiva del título 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>
            <a:spLocks noGrp="1"/>
          </p:cNvSpPr>
          <p:nvPr>
            <p:ph type="ctrTitle"/>
          </p:nvPr>
        </p:nvSpPr>
        <p:spPr>
          <a:xfrm>
            <a:off x="6391656" y="841248"/>
            <a:ext cx="4434840" cy="3236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sz="3600" b="0" i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subTitle" idx="1"/>
          </p:nvPr>
        </p:nvSpPr>
        <p:spPr>
          <a:xfrm>
            <a:off x="6391655" y="4498848"/>
            <a:ext cx="4434835" cy="510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 rot="-5400000">
            <a:off x="9811512" y="1591056"/>
            <a:ext cx="35478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27" name="Google Shape;27;p17"/>
          <p:cNvCxnSpPr/>
          <p:nvPr/>
        </p:nvCxnSpPr>
        <p:spPr>
          <a:xfrm>
            <a:off x="11586162" y="3619272"/>
            <a:ext cx="0" cy="3238728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28" name="Google Shape;28;p17"/>
          <p:cNvSpPr/>
          <p:nvPr/>
        </p:nvSpPr>
        <p:spPr>
          <a:xfrm>
            <a:off x="0" y="0"/>
            <a:ext cx="5779911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" name="Google Shape;29;p17"/>
          <p:cNvSpPr>
            <a:spLocks noGrp="1"/>
          </p:cNvSpPr>
          <p:nvPr>
            <p:ph type="pic" idx="2"/>
          </p:nvPr>
        </p:nvSpPr>
        <p:spPr>
          <a:xfrm>
            <a:off x="283464" y="301752"/>
            <a:ext cx="5221224" cy="62636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y contenido">
  <p:cSld name="1_Título y contenido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>
            <a:spLocks noGrp="1"/>
          </p:cNvSpPr>
          <p:nvPr>
            <p:ph type="pic" idx="2"/>
          </p:nvPr>
        </p:nvSpPr>
        <p:spPr>
          <a:xfrm>
            <a:off x="7451965" y="1665520"/>
            <a:ext cx="4266960" cy="4266968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8"/>
          <p:cNvSpPr txBox="1">
            <a:spLocks noGrp="1"/>
          </p:cNvSpPr>
          <p:nvPr>
            <p:ph type="title"/>
          </p:nvPr>
        </p:nvSpPr>
        <p:spPr>
          <a:xfrm>
            <a:off x="804672" y="1335024"/>
            <a:ext cx="6190488" cy="1179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Open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body" idx="1"/>
          </p:nvPr>
        </p:nvSpPr>
        <p:spPr>
          <a:xfrm>
            <a:off x="850392" y="2825496"/>
            <a:ext cx="6190488" cy="3346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ftr" idx="11"/>
          </p:nvPr>
        </p:nvSpPr>
        <p:spPr>
          <a:xfrm>
            <a:off x="7964424" y="62179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37" name="Google Shape;37;p18"/>
          <p:cNvCxnSpPr/>
          <p:nvPr/>
        </p:nvCxnSpPr>
        <p:spPr>
          <a:xfrm>
            <a:off x="0" y="806470"/>
            <a:ext cx="7903723" cy="0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38" name="Google Shape;38;p18"/>
          <p:cNvSpPr/>
          <p:nvPr/>
        </p:nvSpPr>
        <p:spPr>
          <a:xfrm>
            <a:off x="11281590" y="2070656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" name="Google Shape;39;p18"/>
          <p:cNvSpPr/>
          <p:nvPr/>
        </p:nvSpPr>
        <p:spPr>
          <a:xfrm>
            <a:off x="10969280" y="1780012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1444752" y="1681163"/>
            <a:ext cx="455371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1444752" y="2505075"/>
            <a:ext cx="4553712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6784848" y="1681163"/>
            <a:ext cx="455371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6784848" y="2505075"/>
            <a:ext cx="4553712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46" name="Google Shape;46;p19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47" name="Google Shape;47;p19"/>
          <p:cNvSpPr/>
          <p:nvPr/>
        </p:nvSpPr>
        <p:spPr>
          <a:xfrm>
            <a:off x="10508317" y="492206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" name="Google Shape;48;p19"/>
          <p:cNvSpPr/>
          <p:nvPr/>
        </p:nvSpPr>
        <p:spPr>
          <a:xfrm>
            <a:off x="11477944" y="1055581"/>
            <a:ext cx="127714" cy="127714"/>
          </a:xfrm>
          <a:custGeom>
            <a:avLst/>
            <a:gdLst/>
            <a:ahLst/>
            <a:cxnLst/>
            <a:rect l="l" t="t" r="r" b="b"/>
            <a:pathLst>
              <a:path w="127714" h="127714" extrusionOk="0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" name="Google Shape;49;p19"/>
          <p:cNvSpPr/>
          <p:nvPr/>
        </p:nvSpPr>
        <p:spPr>
          <a:xfrm>
            <a:off x="11241555" y="446637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olo el título">
  <p:cSld name="2_Solo el título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8100000" scaled="0"/>
        </a:gra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>
            <a:spLocks noGrp="1"/>
          </p:cNvSpPr>
          <p:nvPr>
            <p:ph type="pic" idx="2"/>
          </p:nvPr>
        </p:nvSpPr>
        <p:spPr>
          <a:xfrm>
            <a:off x="1366432" y="2530058"/>
            <a:ext cx="3707972" cy="3707971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20"/>
          <p:cNvSpPr txBox="1">
            <a:spLocks noGrp="1"/>
          </p:cNvSpPr>
          <p:nvPr>
            <p:ph type="title"/>
          </p:nvPr>
        </p:nvSpPr>
        <p:spPr>
          <a:xfrm>
            <a:off x="5202936" y="585216"/>
            <a:ext cx="5833872" cy="227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  <a:defRPr sz="6000" b="1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dt" idx="10"/>
          </p:nvPr>
        </p:nvSpPr>
        <p:spPr>
          <a:xfrm>
            <a:off x="658368" y="20116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ftr" idx="11"/>
          </p:nvPr>
        </p:nvSpPr>
        <p:spPr>
          <a:xfrm rot="-5400000">
            <a:off x="-548640" y="1938528"/>
            <a:ext cx="2788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0"/>
          <p:cNvSpPr txBox="1">
            <a:spLocks noGrp="1"/>
          </p:cNvSpPr>
          <p:nvPr>
            <p:ph type="sldNum" idx="12"/>
          </p:nvPr>
        </p:nvSpPr>
        <p:spPr>
          <a:xfrm>
            <a:off x="8610600" y="20116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56" name="Google Shape;56;p20"/>
          <p:cNvCxnSpPr/>
          <p:nvPr/>
        </p:nvCxnSpPr>
        <p:spPr>
          <a:xfrm>
            <a:off x="856114" y="3503032"/>
            <a:ext cx="0" cy="3346090"/>
          </a:xfrm>
          <a:prstGeom prst="straightConnector1">
            <a:avLst/>
          </a:prstGeom>
          <a:noFill/>
          <a:ln w="25400" cap="sq" cmpd="sng">
            <a:solidFill>
              <a:schemeClr val="lt1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57" name="Google Shape;57;p20"/>
          <p:cNvSpPr txBox="1">
            <a:spLocks noGrp="1"/>
          </p:cNvSpPr>
          <p:nvPr>
            <p:ph type="body" idx="1"/>
          </p:nvPr>
        </p:nvSpPr>
        <p:spPr>
          <a:xfrm>
            <a:off x="5202936" y="3127248"/>
            <a:ext cx="5833872" cy="311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0"/>
          <p:cNvSpPr/>
          <p:nvPr/>
        </p:nvSpPr>
        <p:spPr>
          <a:xfrm>
            <a:off x="4745394" y="2760277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" name="Google Shape;59;p20"/>
          <p:cNvSpPr/>
          <p:nvPr/>
        </p:nvSpPr>
        <p:spPr>
          <a:xfrm>
            <a:off x="4386614" y="2530982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" name="Google Shape;60;p20"/>
          <p:cNvSpPr/>
          <p:nvPr/>
        </p:nvSpPr>
        <p:spPr>
          <a:xfrm>
            <a:off x="1669987" y="6031572"/>
            <a:ext cx="127714" cy="127714"/>
          </a:xfrm>
          <a:custGeom>
            <a:avLst/>
            <a:gdLst/>
            <a:ahLst/>
            <a:cxnLst/>
            <a:rect l="l" t="t" r="r" b="b"/>
            <a:pathLst>
              <a:path w="127714" h="127714" extrusionOk="0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2700000" scaled="0"/>
        </a:gra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ctrTitle"/>
          </p:nvPr>
        </p:nvSpPr>
        <p:spPr>
          <a:xfrm>
            <a:off x="1524000" y="1463040"/>
            <a:ext cx="9144000" cy="2340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  <a:defRPr sz="6000" b="1" i="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4" name="Google Shape;64;p21"/>
          <p:cNvSpPr/>
          <p:nvPr/>
        </p:nvSpPr>
        <p:spPr>
          <a:xfrm>
            <a:off x="10772266" y="3054359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" name="Google Shape;65;p21"/>
          <p:cNvSpPr/>
          <p:nvPr/>
        </p:nvSpPr>
        <p:spPr>
          <a:xfrm>
            <a:off x="10724364" y="2515838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" name="Google Shape;66;p21"/>
          <p:cNvSpPr/>
          <p:nvPr/>
        </p:nvSpPr>
        <p:spPr>
          <a:xfrm>
            <a:off x="11024834" y="2787572"/>
            <a:ext cx="127714" cy="127714"/>
          </a:xfrm>
          <a:custGeom>
            <a:avLst/>
            <a:gdLst/>
            <a:ahLst/>
            <a:cxnLst/>
            <a:rect l="l" t="t" r="r" b="b"/>
            <a:pathLst>
              <a:path w="127714" h="127714" extrusionOk="0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Google Shape;67;p21"/>
          <p:cNvSpPr/>
          <p:nvPr/>
        </p:nvSpPr>
        <p:spPr>
          <a:xfrm>
            <a:off x="1261869" y="2633448"/>
            <a:ext cx="151536" cy="151536"/>
          </a:xfrm>
          <a:custGeom>
            <a:avLst/>
            <a:gdLst/>
            <a:ahLst/>
            <a:cxnLst/>
            <a:rect l="l" t="t" r="r" b="b"/>
            <a:pathLst>
              <a:path w="151536" h="151536" extrusionOk="0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" name="Google Shape;68;p21"/>
          <p:cNvSpPr/>
          <p:nvPr/>
        </p:nvSpPr>
        <p:spPr>
          <a:xfrm>
            <a:off x="1064053" y="3083338"/>
            <a:ext cx="95759" cy="95759"/>
          </a:xfrm>
          <a:custGeom>
            <a:avLst/>
            <a:gdLst/>
            <a:ahLst/>
            <a:cxnLst/>
            <a:rect l="l" t="t" r="r" b="b"/>
            <a:pathLst>
              <a:path w="95759" h="95759" extrusionOk="0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" name="Google Shape;69;p21"/>
          <p:cNvSpPr/>
          <p:nvPr/>
        </p:nvSpPr>
        <p:spPr>
          <a:xfrm>
            <a:off x="1413405" y="3492870"/>
            <a:ext cx="108625" cy="108625"/>
          </a:xfrm>
          <a:custGeom>
            <a:avLst/>
            <a:gdLst/>
            <a:ahLst/>
            <a:cxnLst/>
            <a:rect l="l" t="t" r="r" b="b"/>
            <a:pathLst>
              <a:path w="108625" h="108625" extrusionOk="0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contenido" type="obj">
  <p:cSld name="OBJEC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Open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74" name="Google Shape;74;p22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ítulo y contenido">
  <p:cSld name="3_Título y contenido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18900000" scaled="0"/>
        </a:gra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3"/>
          <p:cNvSpPr txBox="1">
            <a:spLocks noGrp="1"/>
          </p:cNvSpPr>
          <p:nvPr>
            <p:ph type="title"/>
          </p:nvPr>
        </p:nvSpPr>
        <p:spPr>
          <a:xfrm>
            <a:off x="576072" y="365125"/>
            <a:ext cx="107716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Open Sans"/>
              <a:buNone/>
              <a:defRPr sz="5400" b="1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body" idx="1"/>
          </p:nvPr>
        </p:nvSpPr>
        <p:spPr>
          <a:xfrm>
            <a:off x="576072" y="1825625"/>
            <a:ext cx="1077163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dt" idx="10"/>
          </p:nvPr>
        </p:nvSpPr>
        <p:spPr>
          <a:xfrm>
            <a:off x="6583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ftr" idx="11"/>
          </p:nvPr>
        </p:nvSpPr>
        <p:spPr>
          <a:xfrm>
            <a:off x="8503920" y="841248"/>
            <a:ext cx="36301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sp>
        <p:nvSpPr>
          <p:cNvPr id="81" name="Google Shape;81;p23"/>
          <p:cNvSpPr/>
          <p:nvPr/>
        </p:nvSpPr>
        <p:spPr>
          <a:xfrm>
            <a:off x="11202264" y="344083"/>
            <a:ext cx="151536" cy="151536"/>
          </a:xfrm>
          <a:custGeom>
            <a:avLst/>
            <a:gdLst/>
            <a:ahLst/>
            <a:cxnLst/>
            <a:rect l="l" t="t" r="r" b="b"/>
            <a:pathLst>
              <a:path w="151536" h="151536" extrusionOk="0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" name="Google Shape;82;p23"/>
          <p:cNvSpPr/>
          <p:nvPr/>
        </p:nvSpPr>
        <p:spPr>
          <a:xfrm>
            <a:off x="11563141" y="590910"/>
            <a:ext cx="108625" cy="108625"/>
          </a:xfrm>
          <a:custGeom>
            <a:avLst/>
            <a:gdLst/>
            <a:ahLst/>
            <a:cxnLst/>
            <a:rect l="l" t="t" r="r" b="b"/>
            <a:pathLst>
              <a:path w="108625" h="108625" extrusionOk="0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Diapositiva del título">
  <p:cSld name="4_Diapositiva del título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4"/>
          <p:cNvSpPr txBox="1">
            <a:spLocks noGrp="1"/>
          </p:cNvSpPr>
          <p:nvPr>
            <p:ph type="ctrTitle"/>
          </p:nvPr>
        </p:nvSpPr>
        <p:spPr>
          <a:xfrm>
            <a:off x="6391656" y="804672"/>
            <a:ext cx="4434840" cy="88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Open Sans"/>
              <a:buNone/>
              <a:defRPr sz="5400" b="0" i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4"/>
          <p:cNvSpPr txBox="1">
            <a:spLocks noGrp="1"/>
          </p:cNvSpPr>
          <p:nvPr>
            <p:ph type="subTitle" idx="1"/>
          </p:nvPr>
        </p:nvSpPr>
        <p:spPr>
          <a:xfrm>
            <a:off x="6391654" y="1801368"/>
            <a:ext cx="4434840" cy="4754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6" name="Google Shape;86;p24"/>
          <p:cNvSpPr txBox="1">
            <a:spLocks noGrp="1"/>
          </p:cNvSpPr>
          <p:nvPr>
            <p:ph type="ftr" idx="11"/>
          </p:nvPr>
        </p:nvSpPr>
        <p:spPr>
          <a:xfrm rot="-5400000">
            <a:off x="9811512" y="1591056"/>
            <a:ext cx="35478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88" name="Google Shape;88;p24"/>
          <p:cNvCxnSpPr/>
          <p:nvPr/>
        </p:nvCxnSpPr>
        <p:spPr>
          <a:xfrm>
            <a:off x="11586162" y="3619272"/>
            <a:ext cx="0" cy="3238728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89" name="Google Shape;89;p24"/>
          <p:cNvSpPr/>
          <p:nvPr/>
        </p:nvSpPr>
        <p:spPr>
          <a:xfrm>
            <a:off x="0" y="0"/>
            <a:ext cx="5779911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24"/>
          <p:cNvSpPr>
            <a:spLocks noGrp="1"/>
          </p:cNvSpPr>
          <p:nvPr>
            <p:ph type="pic" idx="2"/>
          </p:nvPr>
        </p:nvSpPr>
        <p:spPr>
          <a:xfrm>
            <a:off x="283464" y="3108960"/>
            <a:ext cx="5221224" cy="3447288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24"/>
          <p:cNvSpPr>
            <a:spLocks noGrp="1"/>
          </p:cNvSpPr>
          <p:nvPr>
            <p:ph type="pic" idx="3"/>
          </p:nvPr>
        </p:nvSpPr>
        <p:spPr>
          <a:xfrm>
            <a:off x="283464" y="301752"/>
            <a:ext cx="2459736" cy="2505456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24"/>
          <p:cNvSpPr>
            <a:spLocks noGrp="1"/>
          </p:cNvSpPr>
          <p:nvPr>
            <p:ph type="pic" idx="4"/>
          </p:nvPr>
        </p:nvSpPr>
        <p:spPr>
          <a:xfrm>
            <a:off x="3044952" y="301752"/>
            <a:ext cx="2459736" cy="250545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l título">
  <p:cSld name="Diapositiva del título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pen Sans"/>
              <a:buNone/>
              <a:defRPr sz="6000" b="1" i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96" name="Google Shape;96;p25"/>
          <p:cNvCxnSpPr/>
          <p:nvPr/>
        </p:nvCxnSpPr>
        <p:spPr>
          <a:xfrm>
            <a:off x="715890" y="1114050"/>
            <a:ext cx="0" cy="5735637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6"/>
          <p:cNvSpPr txBox="1">
            <a:spLocks noGrp="1"/>
          </p:cNvSpPr>
          <p:nvPr>
            <p:ph type="body" idx="1"/>
          </p:nvPr>
        </p:nvSpPr>
        <p:spPr>
          <a:xfrm>
            <a:off x="1444752" y="1825625"/>
            <a:ext cx="455371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26"/>
          <p:cNvSpPr txBox="1">
            <a:spLocks noGrp="1"/>
          </p:cNvSpPr>
          <p:nvPr>
            <p:ph type="body" idx="2"/>
          </p:nvPr>
        </p:nvSpPr>
        <p:spPr>
          <a:xfrm>
            <a:off x="6784848" y="1825625"/>
            <a:ext cx="455371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01" name="Google Shape;101;p26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102" name="Google Shape;102;p26"/>
          <p:cNvSpPr/>
          <p:nvPr/>
        </p:nvSpPr>
        <p:spPr>
          <a:xfrm>
            <a:off x="10508317" y="492206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p26"/>
          <p:cNvSpPr/>
          <p:nvPr/>
        </p:nvSpPr>
        <p:spPr>
          <a:xfrm>
            <a:off x="11477944" y="1055581"/>
            <a:ext cx="127714" cy="127714"/>
          </a:xfrm>
          <a:custGeom>
            <a:avLst/>
            <a:gdLst/>
            <a:ahLst/>
            <a:cxnLst/>
            <a:rect l="l" t="t" r="r" b="b"/>
            <a:pathLst>
              <a:path w="127714" h="127714" extrusionOk="0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26"/>
          <p:cNvSpPr/>
          <p:nvPr/>
        </p:nvSpPr>
        <p:spPr>
          <a:xfrm>
            <a:off x="11241555" y="446637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ación">
  <p:cSld name="1_Comparación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7"/>
          <p:cNvSpPr txBox="1">
            <a:spLocks noGrp="1"/>
          </p:cNvSpPr>
          <p:nvPr>
            <p:ph type="body" idx="1"/>
          </p:nvPr>
        </p:nvSpPr>
        <p:spPr>
          <a:xfrm>
            <a:off x="1444752" y="1681163"/>
            <a:ext cx="28346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8" name="Google Shape;108;p27"/>
          <p:cNvSpPr txBox="1">
            <a:spLocks noGrp="1"/>
          </p:cNvSpPr>
          <p:nvPr>
            <p:ph type="body" idx="2"/>
          </p:nvPr>
        </p:nvSpPr>
        <p:spPr>
          <a:xfrm>
            <a:off x="1444752" y="2505075"/>
            <a:ext cx="28346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7"/>
          <p:cNvSpPr txBox="1">
            <a:spLocks noGrp="1"/>
          </p:cNvSpPr>
          <p:nvPr>
            <p:ph type="body" idx="3"/>
          </p:nvPr>
        </p:nvSpPr>
        <p:spPr>
          <a:xfrm>
            <a:off x="4983480" y="1681163"/>
            <a:ext cx="28346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0" name="Google Shape;110;p27"/>
          <p:cNvSpPr txBox="1">
            <a:spLocks noGrp="1"/>
          </p:cNvSpPr>
          <p:nvPr>
            <p:ph type="body" idx="4"/>
          </p:nvPr>
        </p:nvSpPr>
        <p:spPr>
          <a:xfrm>
            <a:off x="4983480" y="2505075"/>
            <a:ext cx="28346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11" name="Google Shape;111;p27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112" name="Google Shape;112;p27"/>
          <p:cNvSpPr/>
          <p:nvPr/>
        </p:nvSpPr>
        <p:spPr>
          <a:xfrm>
            <a:off x="10508317" y="492206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27"/>
          <p:cNvSpPr/>
          <p:nvPr/>
        </p:nvSpPr>
        <p:spPr>
          <a:xfrm>
            <a:off x="11477944" y="1055581"/>
            <a:ext cx="127714" cy="127714"/>
          </a:xfrm>
          <a:custGeom>
            <a:avLst/>
            <a:gdLst/>
            <a:ahLst/>
            <a:cxnLst/>
            <a:rect l="l" t="t" r="r" b="b"/>
            <a:pathLst>
              <a:path w="127714" h="127714" extrusionOk="0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27"/>
          <p:cNvSpPr/>
          <p:nvPr/>
        </p:nvSpPr>
        <p:spPr>
          <a:xfrm>
            <a:off x="11241555" y="446637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27"/>
          <p:cNvSpPr txBox="1">
            <a:spLocks noGrp="1"/>
          </p:cNvSpPr>
          <p:nvPr>
            <p:ph type="body" idx="5"/>
          </p:nvPr>
        </p:nvSpPr>
        <p:spPr>
          <a:xfrm>
            <a:off x="8531352" y="1769269"/>
            <a:ext cx="28346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6" name="Google Shape;116;p27"/>
          <p:cNvSpPr txBox="1">
            <a:spLocks noGrp="1"/>
          </p:cNvSpPr>
          <p:nvPr>
            <p:ph type="body" idx="6"/>
          </p:nvPr>
        </p:nvSpPr>
        <p:spPr>
          <a:xfrm>
            <a:off x="8531352" y="2593181"/>
            <a:ext cx="28346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8100000" scaled="0"/>
        </a:gra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>
            <a:spLocks noGrp="1"/>
          </p:cNvSpPr>
          <p:nvPr>
            <p:ph type="pic" idx="2"/>
          </p:nvPr>
        </p:nvSpPr>
        <p:spPr>
          <a:xfrm>
            <a:off x="1777111" y="407499"/>
            <a:ext cx="1952279" cy="1952279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8"/>
          <p:cNvSpPr>
            <a:spLocks noGrp="1"/>
          </p:cNvSpPr>
          <p:nvPr>
            <p:ph type="pic" idx="3"/>
          </p:nvPr>
        </p:nvSpPr>
        <p:spPr>
          <a:xfrm>
            <a:off x="3528345" y="1972581"/>
            <a:ext cx="2290065" cy="2273502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8"/>
          <p:cNvSpPr>
            <a:spLocks noGrp="1"/>
          </p:cNvSpPr>
          <p:nvPr>
            <p:ph type="pic" idx="4"/>
          </p:nvPr>
        </p:nvSpPr>
        <p:spPr>
          <a:xfrm>
            <a:off x="5579539" y="4386312"/>
            <a:ext cx="3119293" cy="246281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8"/>
          <p:cNvSpPr>
            <a:spLocks noGrp="1"/>
          </p:cNvSpPr>
          <p:nvPr>
            <p:ph type="pic" idx="5"/>
          </p:nvPr>
        </p:nvSpPr>
        <p:spPr>
          <a:xfrm>
            <a:off x="1092905" y="4018982"/>
            <a:ext cx="3854161" cy="2839018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8"/>
          <p:cNvSpPr txBox="1">
            <a:spLocks noGrp="1"/>
          </p:cNvSpPr>
          <p:nvPr>
            <p:ph type="title"/>
          </p:nvPr>
        </p:nvSpPr>
        <p:spPr>
          <a:xfrm>
            <a:off x="5760720" y="585216"/>
            <a:ext cx="5276088" cy="227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"/>
              <a:buNone/>
              <a:defRPr sz="4800" b="1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8"/>
          <p:cNvSpPr txBox="1">
            <a:spLocks noGrp="1"/>
          </p:cNvSpPr>
          <p:nvPr>
            <p:ph type="dt" idx="10"/>
          </p:nvPr>
        </p:nvSpPr>
        <p:spPr>
          <a:xfrm>
            <a:off x="658368" y="20116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8"/>
          <p:cNvSpPr txBox="1">
            <a:spLocks noGrp="1"/>
          </p:cNvSpPr>
          <p:nvPr>
            <p:ph type="ftr" idx="11"/>
          </p:nvPr>
        </p:nvSpPr>
        <p:spPr>
          <a:xfrm rot="-5400000">
            <a:off x="-548640" y="1938528"/>
            <a:ext cx="2788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8"/>
          <p:cNvSpPr txBox="1">
            <a:spLocks noGrp="1"/>
          </p:cNvSpPr>
          <p:nvPr>
            <p:ph type="sldNum" idx="12"/>
          </p:nvPr>
        </p:nvSpPr>
        <p:spPr>
          <a:xfrm>
            <a:off x="8610600" y="20116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sp>
        <p:nvSpPr>
          <p:cNvPr id="126" name="Google Shape;126;p28"/>
          <p:cNvSpPr/>
          <p:nvPr/>
        </p:nvSpPr>
        <p:spPr>
          <a:xfrm>
            <a:off x="1472366" y="1859534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28"/>
          <p:cNvSpPr/>
          <p:nvPr/>
        </p:nvSpPr>
        <p:spPr>
          <a:xfrm>
            <a:off x="2014523" y="3146867"/>
            <a:ext cx="127714" cy="127714"/>
          </a:xfrm>
          <a:custGeom>
            <a:avLst/>
            <a:gdLst/>
            <a:ahLst/>
            <a:cxnLst/>
            <a:rect l="l" t="t" r="r" b="b"/>
            <a:pathLst>
              <a:path w="127714" h="127714" extrusionOk="0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28"/>
          <p:cNvSpPr/>
          <p:nvPr/>
        </p:nvSpPr>
        <p:spPr>
          <a:xfrm>
            <a:off x="5404920" y="4508295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9" name="Google Shape;129;p28"/>
          <p:cNvCxnSpPr/>
          <p:nvPr/>
        </p:nvCxnSpPr>
        <p:spPr>
          <a:xfrm>
            <a:off x="856114" y="3503032"/>
            <a:ext cx="0" cy="3346090"/>
          </a:xfrm>
          <a:prstGeom prst="straightConnector1">
            <a:avLst/>
          </a:prstGeom>
          <a:noFill/>
          <a:ln w="25400" cap="sq" cmpd="sng">
            <a:solidFill>
              <a:schemeClr val="lt1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130" name="Google Shape;130;p28"/>
          <p:cNvSpPr txBox="1">
            <a:spLocks noGrp="1"/>
          </p:cNvSpPr>
          <p:nvPr>
            <p:ph type="body" idx="1"/>
          </p:nvPr>
        </p:nvSpPr>
        <p:spPr>
          <a:xfrm>
            <a:off x="5760720" y="3127248"/>
            <a:ext cx="5276088" cy="112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136" name="Google Shape;136;p29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141" name="Google Shape;141;p30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5" name="Google Shape;145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6" name="Google Shape;146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149" name="Google Shape;149;p31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leyenda" type="picTx">
  <p:cSld name="PICTURE_WITH_CAPTION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4" name="Google Shape;154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157" name="Google Shape;157;p32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  <a:defRPr sz="4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docs.google.com/document/d/1xRr3CP3N_FHsh79bFgWm6wXmIPmK_z-8/edit?usp=sharing&amp;ouid=105153019530874876180&amp;rtpof=true&amp;sd=true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s://docs.google.com/document/d/1xRr3CP3N_FHsh79bFgWm6wXmIPmK_z-8/edit?usp=sharing&amp;ouid=105153019530874876180&amp;rtpof=true&amp;sd=true" TargetMode="Externa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google.com/document/d/1xRr3CP3N_FHsh79bFgWm6wXmIPmK_z-8/edit?usp=sharing&amp;ouid=105153019530874876180&amp;rtpof=true&amp;sd=true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google.com/document/d/1xRr3CP3N_FHsh79bFgWm6wXmIPmK_z-8/edit?usp=sharing&amp;ouid=105153019530874876180&amp;rtpof=true&amp;sd=true" TargetMode="External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hyperlink" Target="https://docs.google.com/document/d/1sYGECW8zf_to_xCidwKZ-UjWlvyq20kj/edit?usp=sharing&amp;ouid=105153019530874876180&amp;rtpof=true&amp;sd=true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hyperlink" Target="https://drive.google.com/file/d/1cVm8NvtYmPD44GlJOUnnWnRGCDycuQtI/view?usp=sharing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drive.google.com/file/d/1OxNIbl8tAsLIESTrWLar9wE9-07mJC6k/view?usp=sharing" TargetMode="Externa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tD6Cn1rtoq1Qslem3zWIpnxS87qxzBjT/view?usp=sharin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_RnVvhA3MVrRRo38x2UGclHcx2WOc891/view?usp=sharing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google.com/document/d/1xRr3CP3N_FHsh79bFgWm6wXmIPmK_z-8/edit?usp=sharing&amp;ouid=105153019530874876180&amp;rtpof=true&amp;sd=true" TargetMode="External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hyperlink" Target="https://docs.google.com/document/d/1sYGECW8zf_to_xCidwKZ-UjWlvyq20kj/edit?usp=sharing&amp;ouid=105153019530874876180&amp;rtpof=true&amp;sd=tru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185dbb52d_1_0"/>
          <p:cNvSpPr txBox="1">
            <a:spLocks noGrp="1"/>
          </p:cNvSpPr>
          <p:nvPr>
            <p:ph type="ctrTitle"/>
          </p:nvPr>
        </p:nvSpPr>
        <p:spPr>
          <a:xfrm>
            <a:off x="1724319" y="2959798"/>
            <a:ext cx="7262408" cy="304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s-MX" sz="4800" dirty="0"/>
              <a:t>SISTEMA DE GESTIÓN DE INVENTARIOS Y CONTROL DE ABASTECIMIENTO PARA SUPERMERCADOS DE BARRIO CON 4 PUNTOS DE VENTA</a:t>
            </a:r>
            <a:endParaRPr lang="es-ES" dirty="0"/>
          </a:p>
        </p:txBody>
      </p:sp>
      <p:sp>
        <p:nvSpPr>
          <p:cNvPr id="164" name="Google Shape;164;g39185dbb52d_1_0"/>
          <p:cNvSpPr txBox="1">
            <a:spLocks noGrp="1"/>
          </p:cNvSpPr>
          <p:nvPr>
            <p:ph type="subTitle" idx="1"/>
          </p:nvPr>
        </p:nvSpPr>
        <p:spPr>
          <a:xfrm>
            <a:off x="3000375" y="5331155"/>
            <a:ext cx="8649600" cy="1197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/>
            <a:r>
              <a:rPr lang="es-MX" sz="1500" b="1" i="1"/>
              <a:t>Por</a:t>
            </a:r>
            <a:r>
              <a:rPr lang="es-MX" sz="1500" i="1"/>
              <a:t>:</a:t>
            </a:r>
            <a:endParaRPr lang="es-ES" sz="1500" i="1"/>
          </a:p>
          <a:p>
            <a:pPr marL="0" lvl="0" indent="0" algn="r"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1500" i="1"/>
              <a:t>Esteban Rojas Rodríguez, Joab Felipe Rodríguez Posada, </a:t>
            </a:r>
            <a:endParaRPr sz="1500" i="1"/>
          </a:p>
          <a:p>
            <a:pPr marL="0" lvl="0" indent="0" algn="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1500" i="1"/>
              <a:t>Dayana Vera León, Juan David </a:t>
            </a:r>
            <a:r>
              <a:rPr lang="es-MX" sz="1500" i="1" err="1"/>
              <a:t>Sanchez</a:t>
            </a:r>
            <a:r>
              <a:rPr lang="es-MX" sz="1500" i="1"/>
              <a:t> </a:t>
            </a:r>
            <a:endParaRPr sz="1500" i="1"/>
          </a:p>
        </p:txBody>
      </p:sp>
      <p:pic>
        <p:nvPicPr>
          <p:cNvPr id="165" name="Google Shape;165;g39185dbb52d_1_0"/>
          <p:cNvPicPr preferRelativeResize="0"/>
          <p:nvPr/>
        </p:nvPicPr>
        <p:blipFill rotWithShape="1">
          <a:blip r:embed="rId3">
            <a:alphaModFix/>
          </a:blip>
          <a:srcRect l="11282" r="11805"/>
          <a:stretch/>
        </p:blipFill>
        <p:spPr>
          <a:xfrm>
            <a:off x="10007875" y="832875"/>
            <a:ext cx="1386025" cy="119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"/>
          <p:cNvSpPr txBox="1">
            <a:spLocks noGrp="1"/>
          </p:cNvSpPr>
          <p:nvPr>
            <p:ph type="title"/>
          </p:nvPr>
        </p:nvSpPr>
        <p:spPr>
          <a:xfrm>
            <a:off x="804675" y="1375584"/>
            <a:ext cx="6190500" cy="10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Open Sans"/>
              <a:buNone/>
            </a:pPr>
            <a:r>
              <a:rPr lang="es-MX" sz="4000"/>
              <a:t>Problema que resuelve:</a:t>
            </a:r>
            <a:endParaRPr sz="4000"/>
          </a:p>
        </p:txBody>
      </p:sp>
      <p:sp>
        <p:nvSpPr>
          <p:cNvPr id="172" name="Google Shape;172;p4"/>
          <p:cNvSpPr txBox="1">
            <a:spLocks noGrp="1"/>
          </p:cNvSpPr>
          <p:nvPr>
            <p:ph type="body" idx="1"/>
          </p:nvPr>
        </p:nvSpPr>
        <p:spPr>
          <a:xfrm>
            <a:off x="850392" y="2705880"/>
            <a:ext cx="6190500" cy="33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s-MX"/>
              <a:t> DataStock es una plataforma de software diseñada para la gestión y control del inventario en la bodega de un supermercado de barrio </a:t>
            </a:r>
            <a:r>
              <a:rPr lang="es-MX" sz="2000"/>
              <a:t>con </a:t>
            </a:r>
            <a:r>
              <a:rPr lang="es-MX"/>
              <a:t>múltiples tiendas del mismo propietario</a:t>
            </a:r>
            <a:r>
              <a:rPr lang="es-MX" sz="2000"/>
              <a:t>, </a:t>
            </a:r>
            <a:r>
              <a:rPr lang="es-MX"/>
              <a:t>permitiendo organizar productos</a:t>
            </a:r>
            <a:r>
              <a:rPr lang="es-MX" sz="2000"/>
              <a:t>, </a:t>
            </a:r>
            <a:r>
              <a:rPr lang="es-MX"/>
              <a:t>gestionar pedidos internos</a:t>
            </a:r>
            <a:r>
              <a:rPr lang="es-MX" sz="2000"/>
              <a:t>, </a:t>
            </a:r>
            <a:r>
              <a:rPr lang="es-MX"/>
              <a:t>controlar entradas y salidas</a:t>
            </a:r>
            <a:r>
              <a:rPr lang="es-MX" sz="2000"/>
              <a:t>, y </a:t>
            </a:r>
            <a:r>
              <a:rPr lang="es-MX"/>
              <a:t>optimizar la distribución </a:t>
            </a:r>
            <a:r>
              <a:rPr lang="es-MX" sz="2000"/>
              <a:t>de </a:t>
            </a:r>
            <a:r>
              <a:rPr lang="es-MX"/>
              <a:t>mercancía</a:t>
            </a:r>
            <a:r>
              <a:rPr lang="es-MX" sz="2000"/>
              <a:t>.</a:t>
            </a:r>
            <a:endParaRPr lang="es-ES"/>
          </a:p>
          <a:p>
            <a:endParaRPr lang="es-ES"/>
          </a:p>
          <a:p>
            <a:endParaRPr lang="es-ES"/>
          </a:p>
          <a:p>
            <a:pPr marL="0" indent="0">
              <a:spcBef>
                <a:spcPts val="0"/>
              </a:spcBef>
            </a:pPr>
            <a:endParaRPr lang="es-MX"/>
          </a:p>
        </p:txBody>
      </p:sp>
      <p:sp>
        <p:nvSpPr>
          <p:cNvPr id="173" name="Google Shape;173;p4"/>
          <p:cNvSpPr txBox="1">
            <a:spLocks noGrp="1"/>
          </p:cNvSpPr>
          <p:nvPr>
            <p:ph type="ftr" idx="11"/>
          </p:nvPr>
        </p:nvSpPr>
        <p:spPr>
          <a:xfrm>
            <a:off x="7690104" y="62179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sp>
        <p:nvSpPr>
          <p:cNvPr id="174" name="Google Shape;17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2</a:t>
            </a:fld>
            <a:endParaRPr/>
          </a:p>
        </p:txBody>
      </p:sp>
      <p:pic>
        <p:nvPicPr>
          <p:cNvPr id="175" name="Google Shape;175;p4"/>
          <p:cNvPicPr preferRelativeResize="0"/>
          <p:nvPr/>
        </p:nvPicPr>
        <p:blipFill rotWithShape="1">
          <a:blip r:embed="rId3">
            <a:alphaModFix/>
          </a:blip>
          <a:srcRect l="24702" t="6107" r="25048" b="6387"/>
          <a:stretch/>
        </p:blipFill>
        <p:spPr>
          <a:xfrm>
            <a:off x="7296600" y="1974850"/>
            <a:ext cx="3857626" cy="38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2</a:t>
            </a:fld>
            <a:endParaRPr/>
          </a:p>
        </p:txBody>
      </p:sp>
      <p:cxnSp>
        <p:nvCxnSpPr>
          <p:cNvPr id="177" name="Google Shape;177;p4"/>
          <p:cNvCxnSpPr/>
          <p:nvPr/>
        </p:nvCxnSpPr>
        <p:spPr>
          <a:xfrm>
            <a:off x="11580488" y="3608421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8" name="Google Shape;178;p4"/>
          <p:cNvSpPr txBox="1">
            <a:spLocks noGrp="1"/>
          </p:cNvSpPr>
          <p:nvPr>
            <p:ph type="ftr" idx="11"/>
          </p:nvPr>
        </p:nvSpPr>
        <p:spPr>
          <a:xfrm>
            <a:off x="7973595" y="621822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pic>
        <p:nvPicPr>
          <p:cNvPr id="179" name="Google Shape;179;p4"/>
          <p:cNvPicPr preferRelativeResize="0"/>
          <p:nvPr/>
        </p:nvPicPr>
        <p:blipFill rotWithShape="1">
          <a:blip r:embed="rId4">
            <a:alphaModFix/>
          </a:blip>
          <a:srcRect l="27424" t="11109" r="28279" b="16468"/>
          <a:stretch/>
        </p:blipFill>
        <p:spPr>
          <a:xfrm>
            <a:off x="11105557" y="333067"/>
            <a:ext cx="826949" cy="895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4"/>
          <p:cNvSpPr txBox="1"/>
          <p:nvPr/>
        </p:nvSpPr>
        <p:spPr>
          <a:xfrm>
            <a:off x="7928243" y="5941031"/>
            <a:ext cx="274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u="sng">
                <a:solidFill>
                  <a:schemeClr val="hlink"/>
                </a:solidFill>
                <a:hlinkClick r:id="rId5"/>
              </a:rPr>
              <a:t>DEFINICIÓN DEL PROYECTO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>
            <a:spLocks noGrp="1"/>
          </p:cNvSpPr>
          <p:nvPr>
            <p:ph type="body" idx="1"/>
          </p:nvPr>
        </p:nvSpPr>
        <p:spPr>
          <a:xfrm>
            <a:off x="1003535" y="2234503"/>
            <a:ext cx="9916574" cy="3440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None/>
            </a:pPr>
            <a:r>
              <a:rPr lang="es-MX" sz="2000"/>
              <a:t>  El sistema permite a los empleados de las tiendas realizar pedidos desde</a:t>
            </a:r>
            <a:r>
              <a:rPr lang="es-MX" sz="2000" err="1"/>
              <a:t> tablet</a:t>
            </a:r>
            <a:r>
              <a:rPr lang="es-MX" sz="2000"/>
              <a:t>s, consultar la disponibilidad de productos en bodega y generar listas de surtido, las cuales son recibidas por el bodeguero para alistar y distribuir la mercancía.</a:t>
            </a:r>
            <a:endParaRPr lang="es-ES"/>
          </a:p>
          <a:p>
            <a:pPr marL="0" indent="0">
              <a:buNone/>
            </a:pPr>
            <a:r>
              <a:rPr lang="es-MX" sz="2000"/>
              <a:t>  Además, </a:t>
            </a:r>
            <a:r>
              <a:rPr lang="es-MX" sz="2000" err="1"/>
              <a:t>DataStock</a:t>
            </a:r>
            <a:r>
              <a:rPr lang="es-MX" sz="2000"/>
              <a:t> ofrece notificaciones de productos próximos a vencer, estadísticas de los cinco productos más vendidos y los cinco menos vendidos del mes, y un historial detallado de entradas y salidas de mercancía, facilitando la toma de decisiones.</a:t>
            </a:r>
          </a:p>
          <a:p>
            <a:pPr marL="0" indent="0">
              <a:buNone/>
            </a:pPr>
            <a:r>
              <a:rPr lang="es-MX" sz="2000"/>
              <a:t>  El software no maneja productos de </a:t>
            </a:r>
            <a:r>
              <a:rPr lang="es-MX" sz="2000" err="1"/>
              <a:t>fruver</a:t>
            </a:r>
            <a:r>
              <a:rPr lang="es-MX" sz="2000"/>
              <a:t> ni carnes, enfocándose exclusivamente en productos empacados y de stock.</a:t>
            </a:r>
          </a:p>
          <a:p>
            <a:pPr marL="0" indent="0">
              <a:spcBef>
                <a:spcPts val="0"/>
              </a:spcBef>
              <a:buSzPts val="1800"/>
              <a:buNone/>
            </a:pPr>
            <a:endParaRPr lang="es-MX" sz="2000"/>
          </a:p>
        </p:txBody>
      </p:sp>
      <p:sp>
        <p:nvSpPr>
          <p:cNvPr id="187" name="Google Shape;187;p6"/>
          <p:cNvSpPr txBox="1">
            <a:spLocks noGrp="1"/>
          </p:cNvSpPr>
          <p:nvPr>
            <p:ph type="title"/>
          </p:nvPr>
        </p:nvSpPr>
        <p:spPr>
          <a:xfrm>
            <a:off x="576072" y="560271"/>
            <a:ext cx="107715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</a:pPr>
            <a:r>
              <a:rPr lang="es-MX" sz="4000"/>
              <a:t>JUSTIFICACIÓN</a:t>
            </a:r>
            <a:endParaRPr sz="4000"/>
          </a:p>
        </p:txBody>
      </p:sp>
      <p:sp>
        <p:nvSpPr>
          <p:cNvPr id="189" name="Google Shape;189;p6"/>
          <p:cNvSpPr txBox="1">
            <a:spLocks noGrp="1"/>
          </p:cNvSpPr>
          <p:nvPr>
            <p:ph type="sldNum" idx="12"/>
          </p:nvPr>
        </p:nvSpPr>
        <p:spPr>
          <a:xfrm>
            <a:off x="8666356" y="607757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MX"/>
              <a:t>3</a:t>
            </a:fld>
            <a:endParaRPr/>
          </a:p>
        </p:txBody>
      </p:sp>
      <p:sp>
        <p:nvSpPr>
          <p:cNvPr id="190" name="Google Shape;190;p6"/>
          <p:cNvSpPr txBox="1">
            <a:spLocks noGrp="1"/>
          </p:cNvSpPr>
          <p:nvPr>
            <p:ph type="dt" idx="10"/>
          </p:nvPr>
        </p:nvSpPr>
        <p:spPr>
          <a:xfrm>
            <a:off x="658368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pic>
        <p:nvPicPr>
          <p:cNvPr id="191" name="Google Shape;191;p6"/>
          <p:cNvPicPr preferRelativeResize="0"/>
          <p:nvPr/>
        </p:nvPicPr>
        <p:blipFill rotWithShape="1">
          <a:blip r:embed="rId3">
            <a:alphaModFix/>
          </a:blip>
          <a:srcRect l="11282" r="11805"/>
          <a:stretch/>
        </p:blipFill>
        <p:spPr>
          <a:xfrm>
            <a:off x="10658038" y="677062"/>
            <a:ext cx="750774" cy="64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"/>
          <p:cNvSpPr txBox="1">
            <a:spLocks noGrp="1"/>
          </p:cNvSpPr>
          <p:nvPr>
            <p:ph type="body" idx="2"/>
          </p:nvPr>
        </p:nvSpPr>
        <p:spPr>
          <a:xfrm>
            <a:off x="1724375" y="2646411"/>
            <a:ext cx="8360700" cy="24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lnSpc>
                <a:spcPct val="150000"/>
              </a:lnSpc>
              <a:buNone/>
            </a:pPr>
            <a:r>
              <a:rPr lang="es-MX"/>
              <a:t>Por medio de nuestro software (Data Stock), brindamos una solución práctica para que el supermercado pueda gestionar sus inventarios al reducir los tiempos de uso y manejo del stock en la plataforma, con autorización de quienes pueden o no manejar el inventario, como también, reducir las pérdidas económicas en vencimiento de productos y recibir notificaciones previas para el cambio oportuno del stock, facilitando el control de este.</a:t>
            </a:r>
            <a:endParaRPr/>
          </a:p>
        </p:txBody>
      </p:sp>
      <p:sp>
        <p:nvSpPr>
          <p:cNvPr id="198" name="Google Shape;198;p5"/>
          <p:cNvSpPr txBox="1"/>
          <p:nvPr/>
        </p:nvSpPr>
        <p:spPr>
          <a:xfrm>
            <a:off x="1452600" y="697775"/>
            <a:ext cx="9901200" cy="19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Open Sans"/>
              <a:buNone/>
            </a:pPr>
            <a:r>
              <a:rPr lang="es-MX" sz="2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¿EL MÉTODO DE REGISTRO Y ALMACENAMIENTO LE PERMITE TENER UN CONTROL ÓPTIMO Y PRECISO SOBRE LAS FECHAS DE CADUCIDAD DE SU INVENTARIO?</a:t>
            </a:r>
            <a:endParaRPr sz="29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5"/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4</a:t>
            </a:fld>
            <a:endParaRPr/>
          </a:p>
        </p:txBody>
      </p:sp>
      <p:sp>
        <p:nvSpPr>
          <p:cNvPr id="200" name="Google Shape;200;p5"/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>
                <a:solidFill>
                  <a:schemeClr val="accent2"/>
                </a:solidFill>
              </a:rPr>
              <a:t>4</a:t>
            </a:fld>
            <a:endParaRPr>
              <a:solidFill>
                <a:schemeClr val="accent2"/>
              </a:solidFill>
            </a:endParaRPr>
          </a:p>
        </p:txBody>
      </p:sp>
      <p:cxnSp>
        <p:nvCxnSpPr>
          <p:cNvPr id="201" name="Google Shape;201;p5"/>
          <p:cNvCxnSpPr/>
          <p:nvPr/>
        </p:nvCxnSpPr>
        <p:spPr>
          <a:xfrm>
            <a:off x="11580488" y="3628357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2" name="Google Shape;202;p5"/>
          <p:cNvSpPr txBox="1">
            <a:spLocks noGrp="1"/>
          </p:cNvSpPr>
          <p:nvPr>
            <p:ph type="ftr" idx="4294967295"/>
          </p:nvPr>
        </p:nvSpPr>
        <p:spPr>
          <a:xfrm rot="-5400000">
            <a:off x="9814415" y="220037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accent2"/>
                </a:solidFill>
              </a:rPr>
              <a:t>DATA STOCK</a:t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203" name="Google Shape;203;p5"/>
          <p:cNvPicPr preferRelativeResize="0"/>
          <p:nvPr/>
        </p:nvPicPr>
        <p:blipFill rotWithShape="1">
          <a:blip r:embed="rId3">
            <a:alphaModFix/>
          </a:blip>
          <a:srcRect l="27424" t="11109" r="28279" b="16468"/>
          <a:stretch/>
        </p:blipFill>
        <p:spPr>
          <a:xfrm>
            <a:off x="11171983" y="279618"/>
            <a:ext cx="826949" cy="895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5"/>
          <p:cNvSpPr txBox="1">
            <a:spLocks noGrp="1"/>
          </p:cNvSpPr>
          <p:nvPr>
            <p:ph type="ftr" idx="4294967295"/>
          </p:nvPr>
        </p:nvSpPr>
        <p:spPr>
          <a:xfrm rot="-5400000">
            <a:off x="9814415" y="220037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accent2"/>
                </a:solidFill>
              </a:rPr>
              <a:t>DATA STOCK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"/>
          <p:cNvSpPr txBox="1">
            <a:spLocks noGrp="1"/>
          </p:cNvSpPr>
          <p:nvPr>
            <p:ph type="ctrTitle"/>
          </p:nvPr>
        </p:nvSpPr>
        <p:spPr>
          <a:xfrm>
            <a:off x="6500987" y="1547481"/>
            <a:ext cx="4434900" cy="742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</a:pPr>
            <a:r>
              <a:rPr lang="es-MX" sz="4000"/>
              <a:t>OBJETIVO GENERAL</a:t>
            </a:r>
            <a:endParaRPr sz="4000"/>
          </a:p>
        </p:txBody>
      </p:sp>
      <p:sp>
        <p:nvSpPr>
          <p:cNvPr id="211" name="Google Shape;211;p2"/>
          <p:cNvSpPr txBox="1">
            <a:spLocks noGrp="1"/>
          </p:cNvSpPr>
          <p:nvPr>
            <p:ph type="subTitle" idx="1"/>
          </p:nvPr>
        </p:nvSpPr>
        <p:spPr>
          <a:xfrm>
            <a:off x="6593913" y="2500048"/>
            <a:ext cx="4434900" cy="275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s-MX" sz="2000"/>
              <a:t>Desarrollar un software de gestión de inventario para la bodega de un supermercado de barrio, que permita controlar el stock, optimizar la distribución a varias tiendas y mejorar la toma de decisiones mediante alertas y estadísticas.</a:t>
            </a:r>
            <a:endParaRPr lang="es-ES" sz="2000"/>
          </a:p>
        </p:txBody>
      </p:sp>
      <p:sp>
        <p:nvSpPr>
          <p:cNvPr id="212" name="Google Shape;212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5</a:t>
            </a:fld>
            <a:endParaRPr/>
          </a:p>
        </p:txBody>
      </p:sp>
      <p:sp>
        <p:nvSpPr>
          <p:cNvPr id="213" name="Google Shape;213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5</a:t>
            </a:fld>
            <a:endParaRPr/>
          </a:p>
        </p:txBody>
      </p:sp>
      <p:cxnSp>
        <p:nvCxnSpPr>
          <p:cNvPr id="214" name="Google Shape;214;p2"/>
          <p:cNvCxnSpPr/>
          <p:nvPr/>
        </p:nvCxnSpPr>
        <p:spPr>
          <a:xfrm>
            <a:off x="11580488" y="3598453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5" name="Google Shape;215;p2"/>
          <p:cNvSpPr txBox="1">
            <a:spLocks noGrp="1"/>
          </p:cNvSpPr>
          <p:nvPr>
            <p:ph type="ftr" idx="11"/>
          </p:nvPr>
        </p:nvSpPr>
        <p:spPr>
          <a:xfrm rot="-5400000">
            <a:off x="9811536" y="2125307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sp>
        <p:nvSpPr>
          <p:cNvPr id="216" name="Google Shape;216;p2"/>
          <p:cNvSpPr txBox="1">
            <a:spLocks noGrp="1"/>
          </p:cNvSpPr>
          <p:nvPr>
            <p:ph type="ftr" idx="11"/>
          </p:nvPr>
        </p:nvSpPr>
        <p:spPr>
          <a:xfrm rot="-5400000">
            <a:off x="9814415" y="212818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pic>
        <p:nvPicPr>
          <p:cNvPr id="217" name="Google Shape;217;p2"/>
          <p:cNvPicPr preferRelativeResize="0"/>
          <p:nvPr/>
        </p:nvPicPr>
        <p:blipFill rotWithShape="1">
          <a:blip r:embed="rId3">
            <a:alphaModFix/>
          </a:blip>
          <a:srcRect l="12464" t="12668" r="12449" b="12765"/>
          <a:stretch/>
        </p:blipFill>
        <p:spPr>
          <a:xfrm>
            <a:off x="0" y="0"/>
            <a:ext cx="5763126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"/>
          <p:cNvPicPr preferRelativeResize="0"/>
          <p:nvPr/>
        </p:nvPicPr>
        <p:blipFill rotWithShape="1">
          <a:blip r:embed="rId4">
            <a:alphaModFix/>
          </a:blip>
          <a:srcRect l="27424" t="11109" r="28279" b="16468"/>
          <a:stretch/>
        </p:blipFill>
        <p:spPr>
          <a:xfrm>
            <a:off x="11119996" y="308492"/>
            <a:ext cx="826949" cy="895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"/>
          <p:cNvSpPr txBox="1"/>
          <p:nvPr/>
        </p:nvSpPr>
        <p:spPr>
          <a:xfrm>
            <a:off x="1889764" y="5029199"/>
            <a:ext cx="1983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u="sng">
                <a:solidFill>
                  <a:schemeClr val="hlink"/>
                </a:solidFill>
                <a:hlinkClick r:id="rId5"/>
              </a:rPr>
              <a:t>DEFINICIÓN DEL PROYECTO</a:t>
            </a:r>
            <a:endParaRPr sz="1000"/>
          </a:p>
        </p:txBody>
      </p:sp>
      <p:pic>
        <p:nvPicPr>
          <p:cNvPr id="220" name="Google Shape;220;p2"/>
          <p:cNvPicPr preferRelativeResize="0"/>
          <p:nvPr/>
        </p:nvPicPr>
        <p:blipFill rotWithShape="1">
          <a:blip r:embed="rId6">
            <a:alphaModFix/>
          </a:blip>
          <a:srcRect l="23362" t="6515" r="25392" b="3982"/>
          <a:stretch/>
        </p:blipFill>
        <p:spPr>
          <a:xfrm>
            <a:off x="1239064" y="1604933"/>
            <a:ext cx="3299777" cy="328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"/>
          <p:cNvPicPr preferRelativeResize="0"/>
          <p:nvPr/>
        </p:nvPicPr>
        <p:blipFill rotWithShape="1">
          <a:blip r:embed="rId3">
            <a:alphaModFix/>
          </a:blip>
          <a:srcRect l="12464" t="12668" r="12449" b="12765"/>
          <a:stretch/>
        </p:blipFill>
        <p:spPr>
          <a:xfrm rot="10800000">
            <a:off x="-9292" y="32452"/>
            <a:ext cx="5791003" cy="6853426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"/>
          <p:cNvSpPr txBox="1">
            <a:spLocks noGrp="1"/>
          </p:cNvSpPr>
          <p:nvPr>
            <p:ph type="ctrTitle"/>
          </p:nvPr>
        </p:nvSpPr>
        <p:spPr>
          <a:xfrm>
            <a:off x="6393180" y="260841"/>
            <a:ext cx="4434900" cy="13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</a:pPr>
            <a:r>
              <a:rPr lang="es-MX"/>
              <a:t>OBJETIVOS ESPECÍFICOS</a:t>
            </a:r>
            <a:endParaRPr/>
          </a:p>
        </p:txBody>
      </p:sp>
      <p:sp>
        <p:nvSpPr>
          <p:cNvPr id="228" name="Google Shape;228;p3"/>
          <p:cNvSpPr txBox="1">
            <a:spLocks noGrp="1"/>
          </p:cNvSpPr>
          <p:nvPr>
            <p:ph type="subTitle" idx="1"/>
          </p:nvPr>
        </p:nvSpPr>
        <p:spPr>
          <a:xfrm>
            <a:off x="6393179" y="1657954"/>
            <a:ext cx="4546412" cy="4104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lnSpc>
                <a:spcPct val="90000"/>
              </a:lnSpc>
              <a:spcBef>
                <a:spcPts val="0"/>
              </a:spcBef>
              <a:buFont typeface="Arial"/>
              <a:buChar char="•"/>
            </a:pPr>
            <a:r>
              <a:rPr lang="es-MX" sz="1200"/>
              <a:t>Diseñar un sistema digital que permita el registro, actualización y control del inventario almacenado en la bodega central del supermercado.</a:t>
            </a:r>
            <a:br>
              <a:rPr lang="en-US" sz="1200"/>
            </a:br>
            <a:endParaRPr lang="en-US" sz="1200"/>
          </a:p>
          <a:p>
            <a:pPr marL="285750" indent="-285750">
              <a:lnSpc>
                <a:spcPct val="90000"/>
              </a:lnSpc>
              <a:spcBef>
                <a:spcPts val="0"/>
              </a:spcBef>
              <a:buFont typeface="Arial"/>
              <a:buChar char="•"/>
            </a:pPr>
            <a:r>
              <a:rPr lang="es-MX" sz="1200"/>
              <a:t>Implementar un módulo de pedidos internos que permita a los empleados de las tiendas realizar solicitudes de mercancía desde dispositivos móviles (tablets).</a:t>
            </a:r>
            <a:br>
              <a:rPr lang="en-US" sz="1200"/>
            </a:br>
            <a:endParaRPr lang="en-US" sz="1200"/>
          </a:p>
          <a:p>
            <a:pPr marL="285750" indent="-285750">
              <a:lnSpc>
                <a:spcPct val="90000"/>
              </a:lnSpc>
              <a:spcBef>
                <a:spcPts val="0"/>
              </a:spcBef>
              <a:buFont typeface="Arial"/>
              <a:buChar char="•"/>
            </a:pPr>
            <a:r>
              <a:rPr lang="es-MX" sz="1200"/>
              <a:t>Desarrollar un sistema de notificaciones automáticas para alertar sobre productos próximos a vencer y niveles bajos de stock.</a:t>
            </a:r>
            <a:br>
              <a:rPr lang="en-US" sz="1200"/>
            </a:br>
            <a:endParaRPr lang="en-US" sz="1200"/>
          </a:p>
          <a:p>
            <a:pPr marL="285750" indent="-285750">
              <a:lnSpc>
                <a:spcPct val="90000"/>
              </a:lnSpc>
              <a:spcBef>
                <a:spcPts val="0"/>
              </a:spcBef>
              <a:buFont typeface="Arial"/>
              <a:buChar char="•"/>
            </a:pPr>
            <a:r>
              <a:rPr lang="es-MX" sz="1200"/>
              <a:t>Registrar y almacenar el historial de entradas y salidas de mercancía para garantizar trazabilidad y control de movimientos.</a:t>
            </a:r>
            <a:endParaRPr sz="1200"/>
          </a:p>
          <a:p>
            <a:pPr marL="0" indent="0">
              <a:lnSpc>
                <a:spcPct val="90000"/>
              </a:lnSpc>
              <a:spcBef>
                <a:spcPts val="0"/>
              </a:spcBef>
            </a:pPr>
            <a:endParaRPr lang="en-US" sz="1200"/>
          </a:p>
          <a:p>
            <a:pPr marL="285750" indent="-285750">
              <a:lnSpc>
                <a:spcPct val="90000"/>
              </a:lnSpc>
              <a:spcBef>
                <a:spcPts val="0"/>
              </a:spcBef>
              <a:buFont typeface="Arial"/>
              <a:buChar char="•"/>
            </a:pPr>
            <a:r>
              <a:rPr lang="es-MX" sz="1200"/>
              <a:t>Generar reportes estadísticos mensuales que identifiquen los cinco productos más vendidos y los cinco menos vendidos para apoyar la toma de decisiones.</a:t>
            </a:r>
            <a:br>
              <a:rPr lang="en-US" sz="1200"/>
            </a:br>
            <a:endParaRPr lang="en-US" sz="1200"/>
          </a:p>
          <a:p>
            <a:pPr marL="285750" indent="-285750">
              <a:lnSpc>
                <a:spcPct val="90000"/>
              </a:lnSpc>
              <a:spcBef>
                <a:spcPts val="0"/>
              </a:spcBef>
              <a:buFont typeface="Arial"/>
              <a:buChar char="•"/>
            </a:pPr>
            <a:r>
              <a:rPr lang="es-MX" sz="1200"/>
              <a:t>Optimizar el proceso de surtido y distribución entre la bodega y las tres tiendas del mismo propietario, reduciendo errores y tiempos de despacho.</a:t>
            </a:r>
            <a:br>
              <a:rPr lang="en-US" sz="1200"/>
            </a:br>
            <a:endParaRPr lang="en-US" sz="1200"/>
          </a:p>
          <a:p>
            <a:pPr marL="285750" indent="-285750">
              <a:lnSpc>
                <a:spcPct val="90000"/>
              </a:lnSpc>
              <a:spcBef>
                <a:spcPts val="0"/>
              </a:spcBef>
              <a:buFont typeface="Arial"/>
              <a:buChar char="•"/>
            </a:pPr>
            <a:r>
              <a:rPr lang="es-MX" sz="1200"/>
              <a:t>Establecer restricciones del sistema enfocadas únicamente en productos empacados y de stock, excluyendo Fruver y carnes.</a:t>
            </a:r>
          </a:p>
          <a:p>
            <a:pPr marL="285750" indent="-285750">
              <a:spcBef>
                <a:spcPts val="0"/>
              </a:spcBef>
              <a:buFont typeface="Arial"/>
              <a:buChar char="•"/>
            </a:pPr>
            <a:endParaRPr lang="es-MX"/>
          </a:p>
        </p:txBody>
      </p:sp>
      <p:sp>
        <p:nvSpPr>
          <p:cNvPr id="229" name="Google Shape;229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6</a:t>
            </a:fld>
            <a:endParaRPr/>
          </a:p>
        </p:txBody>
      </p:sp>
      <p:cxnSp>
        <p:nvCxnSpPr>
          <p:cNvPr id="230" name="Google Shape;230;p3"/>
          <p:cNvCxnSpPr/>
          <p:nvPr/>
        </p:nvCxnSpPr>
        <p:spPr>
          <a:xfrm>
            <a:off x="11580488" y="3608421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1" name="Google Shape;231;p3"/>
          <p:cNvSpPr txBox="1">
            <a:spLocks noGrp="1"/>
          </p:cNvSpPr>
          <p:nvPr>
            <p:ph type="ftr" idx="11"/>
          </p:nvPr>
        </p:nvSpPr>
        <p:spPr>
          <a:xfrm rot="-5400000">
            <a:off x="9814415" y="2055997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pic>
        <p:nvPicPr>
          <p:cNvPr id="232" name="Google Shape;232;p3"/>
          <p:cNvPicPr preferRelativeResize="0"/>
          <p:nvPr/>
        </p:nvPicPr>
        <p:blipFill rotWithShape="1">
          <a:blip r:embed="rId4">
            <a:alphaModFix/>
          </a:blip>
          <a:srcRect l="27424" t="11109" r="28279" b="16468"/>
          <a:stretch/>
        </p:blipFill>
        <p:spPr>
          <a:xfrm>
            <a:off x="11148872" y="308492"/>
            <a:ext cx="826949" cy="895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"/>
          <p:cNvSpPr txBox="1">
            <a:spLocks noGrp="1"/>
          </p:cNvSpPr>
          <p:nvPr>
            <p:ph type="ftr" idx="11"/>
          </p:nvPr>
        </p:nvSpPr>
        <p:spPr>
          <a:xfrm rot="-5400000">
            <a:off x="9814415" y="2055997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sp>
        <p:nvSpPr>
          <p:cNvPr id="234" name="Google Shape;234;p3"/>
          <p:cNvSpPr/>
          <p:nvPr/>
        </p:nvSpPr>
        <p:spPr>
          <a:xfrm>
            <a:off x="1375575" y="1834121"/>
            <a:ext cx="2905800" cy="2830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5" name="Google Shape;235;p3"/>
          <p:cNvPicPr preferRelativeResize="0"/>
          <p:nvPr/>
        </p:nvPicPr>
        <p:blipFill rotWithShape="1">
          <a:blip r:embed="rId5">
            <a:alphaModFix/>
          </a:blip>
          <a:srcRect l="22689" t="5303" r="22293"/>
          <a:stretch/>
        </p:blipFill>
        <p:spPr>
          <a:xfrm>
            <a:off x="1171588" y="1595837"/>
            <a:ext cx="3508726" cy="34467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"/>
          <p:cNvSpPr txBox="1"/>
          <p:nvPr/>
        </p:nvSpPr>
        <p:spPr>
          <a:xfrm>
            <a:off x="1889764" y="5029199"/>
            <a:ext cx="1983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u="sng">
                <a:solidFill>
                  <a:schemeClr val="hlink"/>
                </a:solidFill>
                <a:hlinkClick r:id="rId6"/>
              </a:rPr>
              <a:t>DEFINICIÓN DEL PROYECTO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>
          <a:extLst>
            <a:ext uri="{FF2B5EF4-FFF2-40B4-BE49-F238E27FC236}">
              <a16:creationId xmlns:a16="http://schemas.microsoft.com/office/drawing/2014/main" id="{223D6F9D-408C-DA34-1038-AD14011F8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14">
            <a:extLst>
              <a:ext uri="{FF2B5EF4-FFF2-40B4-BE49-F238E27FC236}">
                <a16:creationId xmlns:a16="http://schemas.microsoft.com/office/drawing/2014/main" id="{0831CFE2-E703-67D7-08ED-849DFD026F0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2748" y="2289417"/>
            <a:ext cx="900350" cy="9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14">
            <a:extLst>
              <a:ext uri="{FF2B5EF4-FFF2-40B4-BE49-F238E27FC236}">
                <a16:creationId xmlns:a16="http://schemas.microsoft.com/office/drawing/2014/main" id="{4558E9E9-10B4-B2DD-CF72-BF741AB1CE2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13105" y="2289417"/>
            <a:ext cx="900350" cy="881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14">
            <a:extLst>
              <a:ext uri="{FF2B5EF4-FFF2-40B4-BE49-F238E27FC236}">
                <a16:creationId xmlns:a16="http://schemas.microsoft.com/office/drawing/2014/main" id="{122898ED-366D-28EA-98D8-8CAC64D0AA8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13105" y="3189767"/>
            <a:ext cx="900349" cy="840326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4">
            <a:extLst>
              <a:ext uri="{FF2B5EF4-FFF2-40B4-BE49-F238E27FC236}">
                <a16:creationId xmlns:a16="http://schemas.microsoft.com/office/drawing/2014/main" id="{B53AB952-F821-2120-0E37-C8A85E315BF9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>
                <a:solidFill>
                  <a:srgbClr val="FFFFFF"/>
                </a:solidFill>
              </a:rPr>
              <a:t>7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452" name="Google Shape;452;p14">
            <a:extLst>
              <a:ext uri="{FF2B5EF4-FFF2-40B4-BE49-F238E27FC236}">
                <a16:creationId xmlns:a16="http://schemas.microsoft.com/office/drawing/2014/main" id="{98F334F1-5B76-C976-D5DD-D2FA6F5206E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12748" y="3189769"/>
            <a:ext cx="900350" cy="840325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14">
            <a:extLst>
              <a:ext uri="{FF2B5EF4-FFF2-40B4-BE49-F238E27FC236}">
                <a16:creationId xmlns:a16="http://schemas.microsoft.com/office/drawing/2014/main" id="{3DA125DD-281B-E4E8-3E28-DEB184269E26}"/>
              </a:ext>
            </a:extLst>
          </p:cNvPr>
          <p:cNvSpPr txBox="1">
            <a:spLocks noGrp="1"/>
          </p:cNvSpPr>
          <p:nvPr>
            <p:ph type="ftr" idx="4294967295"/>
          </p:nvPr>
        </p:nvSpPr>
        <p:spPr>
          <a:xfrm rot="-5400000">
            <a:off x="-462628" y="1591359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54" name="Google Shape;454;p14">
            <a:extLst>
              <a:ext uri="{FF2B5EF4-FFF2-40B4-BE49-F238E27FC236}">
                <a16:creationId xmlns:a16="http://schemas.microsoft.com/office/drawing/2014/main" id="{B7A47217-3FE4-28CF-48E8-E24ADF891EAD}"/>
              </a:ext>
            </a:extLst>
          </p:cNvPr>
          <p:cNvSpPr txBox="1">
            <a:spLocks noGrp="1"/>
          </p:cNvSpPr>
          <p:nvPr>
            <p:ph type="ftr" idx="4294967295"/>
          </p:nvPr>
        </p:nvSpPr>
        <p:spPr>
          <a:xfrm rot="-5400000">
            <a:off x="-462628" y="1594242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55" name="Google Shape;455;p14">
            <a:extLst>
              <a:ext uri="{FF2B5EF4-FFF2-40B4-BE49-F238E27FC236}">
                <a16:creationId xmlns:a16="http://schemas.microsoft.com/office/drawing/2014/main" id="{5821CEEA-3249-83E9-C4FD-CC0DBC451DE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5734" y="2542594"/>
            <a:ext cx="68475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</a:pPr>
            <a:r>
              <a:rPr lang="es-MX" sz="7000" b="1">
                <a:solidFill>
                  <a:schemeClr val="lt1"/>
                </a:solidFill>
              </a:rPr>
              <a:t>¡GRACIAS!</a:t>
            </a:r>
            <a:endParaRPr sz="7000" b="1">
              <a:solidFill>
                <a:schemeClr val="lt1"/>
              </a:solidFill>
            </a:endParaRPr>
          </a:p>
        </p:txBody>
      </p:sp>
      <p:pic>
        <p:nvPicPr>
          <p:cNvPr id="456" name="Google Shape;456;p14">
            <a:extLst>
              <a:ext uri="{FF2B5EF4-FFF2-40B4-BE49-F238E27FC236}">
                <a16:creationId xmlns:a16="http://schemas.microsoft.com/office/drawing/2014/main" id="{C11E603D-ED1B-43B2-6F82-B788B85BA87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11282" r="11805"/>
          <a:stretch/>
        </p:blipFill>
        <p:spPr>
          <a:xfrm>
            <a:off x="2512750" y="2395075"/>
            <a:ext cx="1800700" cy="1556311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4">
            <a:extLst>
              <a:ext uri="{FF2B5EF4-FFF2-40B4-BE49-F238E27FC236}">
                <a16:creationId xmlns:a16="http://schemas.microsoft.com/office/drawing/2014/main" id="{449EDE7A-2804-D4E9-4BC3-4E70A8EF5645}"/>
              </a:ext>
            </a:extLst>
          </p:cNvPr>
          <p:cNvSpPr txBox="1"/>
          <p:nvPr/>
        </p:nvSpPr>
        <p:spPr>
          <a:xfrm>
            <a:off x="5941650" y="3580600"/>
            <a:ext cx="241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u="sng">
                <a:solidFill>
                  <a:schemeClr val="lt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DEFINICIÓN DEL PROYECTO</a:t>
            </a:r>
            <a:endParaRPr sz="1200" b="1">
              <a:solidFill>
                <a:schemeClr val="lt1"/>
              </a:solidFill>
            </a:endParaRPr>
          </a:p>
        </p:txBody>
      </p:sp>
      <p:sp>
        <p:nvSpPr>
          <p:cNvPr id="458" name="Google Shape;458;p14">
            <a:extLst>
              <a:ext uri="{FF2B5EF4-FFF2-40B4-BE49-F238E27FC236}">
                <a16:creationId xmlns:a16="http://schemas.microsoft.com/office/drawing/2014/main" id="{2BF96A0F-F7CF-C598-1867-CA38FCE663C3}"/>
              </a:ext>
            </a:extLst>
          </p:cNvPr>
          <p:cNvSpPr txBox="1"/>
          <p:nvPr/>
        </p:nvSpPr>
        <p:spPr>
          <a:xfrm>
            <a:off x="5595131" y="3853950"/>
            <a:ext cx="30531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s-MX" sz="1200" b="1" u="sng" dirty="0">
                <a:solidFill>
                  <a:schemeClr val="lt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PROYECTO E HISTORIAS DE USUARIO</a:t>
            </a:r>
            <a:br>
              <a:rPr lang="es-MX" sz="1200" b="1" u="sng" dirty="0">
                <a:solidFill>
                  <a:schemeClr val="lt1"/>
                </a:solidFill>
              </a:rPr>
            </a:br>
            <a:br>
              <a:rPr lang="es-MX" sz="1200" b="1" u="sng" dirty="0">
                <a:solidFill>
                  <a:schemeClr val="lt1"/>
                </a:solidFill>
              </a:rPr>
            </a:br>
            <a:r>
              <a:rPr lang="es-MX" sz="1200" i="1" dirty="0">
                <a:solidFill>
                  <a:schemeClr val="lt1"/>
                </a:solidFill>
              </a:rPr>
              <a:t>Las siguientes paginas </a:t>
            </a:r>
            <a:r>
              <a:rPr lang="es-MX" sz="1200" i="1" dirty="0" err="1">
                <a:solidFill>
                  <a:schemeClr val="lt1"/>
                </a:solidFill>
              </a:rPr>
              <a:t>estan</a:t>
            </a:r>
            <a:r>
              <a:rPr lang="es-MX" sz="1200" i="1" dirty="0">
                <a:solidFill>
                  <a:schemeClr val="lt1"/>
                </a:solidFill>
              </a:rPr>
              <a:t> </a:t>
            </a:r>
            <a:r>
              <a:rPr lang="es-MX" sz="1200" i="1" dirty="0" err="1">
                <a:solidFill>
                  <a:schemeClr val="lt1"/>
                </a:solidFill>
              </a:rPr>
              <a:t>pedientes</a:t>
            </a:r>
            <a:r>
              <a:rPr lang="es-MX" sz="1200" i="1" dirty="0">
                <a:solidFill>
                  <a:schemeClr val="lt1"/>
                </a:solidFill>
              </a:rPr>
              <a:t> a preguntar si las dejamos </a:t>
            </a:r>
            <a:r>
              <a:rPr lang="es-MX" sz="1200" i="1" dirty="0" err="1">
                <a:solidFill>
                  <a:schemeClr val="lt1"/>
                </a:solidFill>
              </a:rPr>
              <a:t>ademas</a:t>
            </a:r>
            <a:r>
              <a:rPr lang="es-MX" sz="1200" i="1" dirty="0">
                <a:solidFill>
                  <a:schemeClr val="lt1"/>
                </a:solidFill>
              </a:rPr>
              <a:t> de actualizarlas</a:t>
            </a:r>
          </a:p>
        </p:txBody>
      </p:sp>
    </p:spTree>
    <p:extLst>
      <p:ext uri="{BB962C8B-B14F-4D97-AF65-F5344CB8AC3E}">
        <p14:creationId xmlns:p14="http://schemas.microsoft.com/office/powerpoint/2010/main" val="2815881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"/>
          <p:cNvSpPr txBox="1">
            <a:spLocks noGrp="1"/>
          </p:cNvSpPr>
          <p:nvPr>
            <p:ph type="ctrTitle"/>
          </p:nvPr>
        </p:nvSpPr>
        <p:spPr>
          <a:xfrm>
            <a:off x="1527050" y="676027"/>
            <a:ext cx="9144000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</a:pPr>
            <a:r>
              <a:rPr lang="es-MX" sz="4000"/>
              <a:t>ALCANCE</a:t>
            </a:r>
            <a:endParaRPr sz="4000"/>
          </a:p>
        </p:txBody>
      </p:sp>
      <p:sp>
        <p:nvSpPr>
          <p:cNvPr id="243" name="Google Shape;243;p7"/>
          <p:cNvSpPr txBox="1">
            <a:spLocks noGrp="1"/>
          </p:cNvSpPr>
          <p:nvPr>
            <p:ph type="subTitle" idx="1"/>
          </p:nvPr>
        </p:nvSpPr>
        <p:spPr>
          <a:xfrm>
            <a:off x="1600775" y="1826675"/>
            <a:ext cx="9144000" cy="3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MX"/>
              <a:t>Lograr la ejecución del programa en las siguientes fases:</a:t>
            </a:r>
            <a:endParaRPr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MX"/>
              <a:t>Módulo de Registro: </a:t>
            </a:r>
            <a:r>
              <a:rPr lang="es-MX">
                <a:solidFill>
                  <a:srgbClr val="FFFFFF"/>
                </a:solidFill>
              </a:rPr>
              <a:t>Registrar usuarios y Validar la duplicidad de correos en la base de datos</a:t>
            </a:r>
            <a:endParaRPr>
              <a:solidFill>
                <a:srgbClr val="FFFFFF"/>
              </a:solidFill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Open Sans"/>
              <a:buChar char="●"/>
            </a:pPr>
            <a:r>
              <a:rPr lang="es-MX">
                <a:solidFill>
                  <a:srgbClr val="FFFFFF"/>
                </a:solidFill>
              </a:rPr>
              <a:t>Módulo de Autenticación: Identificar al usuario registrado y de acuerdo a rol que haya sido previamente autorizado por el administrador de plataforma. Cambiar la contraseña.</a:t>
            </a:r>
            <a:endParaRPr>
              <a:solidFill>
                <a:srgbClr val="FFFFFF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2000"/>
              <a:buChar char="●"/>
            </a:pPr>
            <a:r>
              <a:rPr lang="es-MX">
                <a:solidFill>
                  <a:srgbClr val="FFFFFF"/>
                </a:solidFill>
              </a:rPr>
              <a:t>Módulo de Productos: Ingresar los productos por categoría. Ingresar las fechas de caducidad. Calcular la cantidad de productos en stock.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44" name="Google Shape;244;p7"/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>
                <a:solidFill>
                  <a:schemeClr val="lt1"/>
                </a:solidFill>
              </a:rPr>
              <a:t>8</a:t>
            </a:fld>
            <a:endParaRPr>
              <a:solidFill>
                <a:schemeClr val="lt1"/>
              </a:solidFill>
            </a:endParaRPr>
          </a:p>
        </p:txBody>
      </p:sp>
      <p:cxnSp>
        <p:nvCxnSpPr>
          <p:cNvPr id="245" name="Google Shape;245;p7"/>
          <p:cNvCxnSpPr/>
          <p:nvPr/>
        </p:nvCxnSpPr>
        <p:spPr>
          <a:xfrm>
            <a:off x="11580488" y="3628357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6" name="Google Shape;246;p7"/>
          <p:cNvSpPr txBox="1">
            <a:spLocks noGrp="1"/>
          </p:cNvSpPr>
          <p:nvPr>
            <p:ph type="ftr" idx="4294967295"/>
          </p:nvPr>
        </p:nvSpPr>
        <p:spPr>
          <a:xfrm rot="-5400000">
            <a:off x="9811536" y="219749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7" name="Google Shape;247;p7"/>
          <p:cNvSpPr txBox="1">
            <a:spLocks noGrp="1"/>
          </p:cNvSpPr>
          <p:nvPr>
            <p:ph type="ftr" idx="4294967295"/>
          </p:nvPr>
        </p:nvSpPr>
        <p:spPr>
          <a:xfrm rot="-5400000">
            <a:off x="9814415" y="220037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48" name="Google Shape;248;p7"/>
          <p:cNvPicPr preferRelativeResize="0"/>
          <p:nvPr/>
        </p:nvPicPr>
        <p:blipFill rotWithShape="1">
          <a:blip r:embed="rId3">
            <a:alphaModFix/>
          </a:blip>
          <a:srcRect l="11282" r="11805"/>
          <a:stretch/>
        </p:blipFill>
        <p:spPr>
          <a:xfrm>
            <a:off x="11186952" y="489381"/>
            <a:ext cx="750774" cy="64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b0f82315d9_0_0"/>
          <p:cNvSpPr txBox="1">
            <a:spLocks noGrp="1"/>
          </p:cNvSpPr>
          <p:nvPr>
            <p:ph type="title"/>
          </p:nvPr>
        </p:nvSpPr>
        <p:spPr>
          <a:xfrm>
            <a:off x="819100" y="2689400"/>
            <a:ext cx="3153600" cy="17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5000"/>
              <a:buFont typeface="Open Sans"/>
              <a:buNone/>
            </a:pPr>
            <a:r>
              <a:rPr lang="es-MX" sz="4000"/>
              <a:t>DIAGRAMA DE PROCESO GENERAL</a:t>
            </a:r>
            <a:endParaRPr sz="4000"/>
          </a:p>
        </p:txBody>
      </p:sp>
      <p:sp>
        <p:nvSpPr>
          <p:cNvPr id="255" name="Google Shape;255;g3b0f82315d9_0_0"/>
          <p:cNvSpPr txBox="1">
            <a:spLocks noGrp="1"/>
          </p:cNvSpPr>
          <p:nvPr>
            <p:ph type="ftr" idx="11"/>
          </p:nvPr>
        </p:nvSpPr>
        <p:spPr>
          <a:xfrm>
            <a:off x="7690104" y="62179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sp>
        <p:nvSpPr>
          <p:cNvPr id="256" name="Google Shape;256;g3b0f82315d9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9</a:t>
            </a:fld>
            <a:endParaRPr/>
          </a:p>
        </p:txBody>
      </p:sp>
      <p:sp>
        <p:nvSpPr>
          <p:cNvPr id="257" name="Google Shape;257;g3b0f82315d9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9</a:t>
            </a:fld>
            <a:endParaRPr/>
          </a:p>
        </p:txBody>
      </p:sp>
      <p:cxnSp>
        <p:nvCxnSpPr>
          <p:cNvPr id="258" name="Google Shape;258;g3b0f82315d9_0_0"/>
          <p:cNvCxnSpPr/>
          <p:nvPr/>
        </p:nvCxnSpPr>
        <p:spPr>
          <a:xfrm>
            <a:off x="11580488" y="3608421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9" name="Google Shape;259;g3b0f82315d9_0_0"/>
          <p:cNvSpPr txBox="1">
            <a:spLocks noGrp="1"/>
          </p:cNvSpPr>
          <p:nvPr>
            <p:ph type="ftr" idx="11"/>
          </p:nvPr>
        </p:nvSpPr>
        <p:spPr>
          <a:xfrm>
            <a:off x="7973595" y="621822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pic>
        <p:nvPicPr>
          <p:cNvPr id="260" name="Google Shape;260;g3b0f82315d9_0_0"/>
          <p:cNvPicPr preferRelativeResize="0"/>
          <p:nvPr/>
        </p:nvPicPr>
        <p:blipFill rotWithShape="1">
          <a:blip r:embed="rId3">
            <a:alphaModFix/>
          </a:blip>
          <a:srcRect l="27424" t="11109" r="28279" b="16468"/>
          <a:stretch/>
        </p:blipFill>
        <p:spPr>
          <a:xfrm>
            <a:off x="11105557" y="333067"/>
            <a:ext cx="826949" cy="895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3b0f82315d9_0_0"/>
          <p:cNvSpPr txBox="1">
            <a:spLocks noGrp="1"/>
          </p:cNvSpPr>
          <p:nvPr>
            <p:ph type="body" idx="1"/>
          </p:nvPr>
        </p:nvSpPr>
        <p:spPr>
          <a:xfrm>
            <a:off x="4429500" y="5883654"/>
            <a:ext cx="61905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u="sng">
                <a:solidFill>
                  <a:schemeClr val="hlink"/>
                </a:solidFill>
                <a:hlinkClick r:id="rId4"/>
              </a:rPr>
              <a:t>LINK DEL MODELO GENERAL</a:t>
            </a:r>
            <a:endParaRPr/>
          </a:p>
        </p:txBody>
      </p:sp>
      <p:pic>
        <p:nvPicPr>
          <p:cNvPr id="262" name="Google Shape;262;g3b0f82315d9_0_0"/>
          <p:cNvPicPr preferRelativeResize="0"/>
          <p:nvPr/>
        </p:nvPicPr>
        <p:blipFill rotWithShape="1">
          <a:blip r:embed="rId5">
            <a:alphaModFix/>
          </a:blip>
          <a:srcRect b="15232"/>
          <a:stretch/>
        </p:blipFill>
        <p:spPr>
          <a:xfrm>
            <a:off x="4417425" y="1480400"/>
            <a:ext cx="6288548" cy="403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0f82315d9_0_57"/>
          <p:cNvSpPr txBox="1">
            <a:spLocks noGrp="1"/>
          </p:cNvSpPr>
          <p:nvPr>
            <p:ph type="title"/>
          </p:nvPr>
        </p:nvSpPr>
        <p:spPr>
          <a:xfrm>
            <a:off x="790275" y="3161950"/>
            <a:ext cx="3917100" cy="10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5000"/>
              <a:buFont typeface="Open Sans"/>
              <a:buNone/>
            </a:pPr>
            <a:r>
              <a:rPr lang="es-MX" sz="4000"/>
              <a:t>DIAGRAMAS DE SUBPROCESO </a:t>
            </a:r>
            <a:endParaRPr sz="4000"/>
          </a:p>
        </p:txBody>
      </p:sp>
      <p:sp>
        <p:nvSpPr>
          <p:cNvPr id="269" name="Google Shape;269;g3b0f82315d9_0_57"/>
          <p:cNvSpPr txBox="1">
            <a:spLocks noGrp="1"/>
          </p:cNvSpPr>
          <p:nvPr>
            <p:ph type="ftr" idx="11"/>
          </p:nvPr>
        </p:nvSpPr>
        <p:spPr>
          <a:xfrm>
            <a:off x="7690104" y="62179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sp>
        <p:nvSpPr>
          <p:cNvPr id="270" name="Google Shape;270;g3b0f82315d9_0_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10</a:t>
            </a:fld>
            <a:endParaRPr/>
          </a:p>
        </p:txBody>
      </p:sp>
      <p:sp>
        <p:nvSpPr>
          <p:cNvPr id="271" name="Google Shape;271;g3b0f82315d9_0_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10</a:t>
            </a:fld>
            <a:endParaRPr/>
          </a:p>
        </p:txBody>
      </p:sp>
      <p:cxnSp>
        <p:nvCxnSpPr>
          <p:cNvPr id="272" name="Google Shape;272;g3b0f82315d9_0_57"/>
          <p:cNvCxnSpPr/>
          <p:nvPr/>
        </p:nvCxnSpPr>
        <p:spPr>
          <a:xfrm>
            <a:off x="11580488" y="3608421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3" name="Google Shape;273;g3b0f82315d9_0_57"/>
          <p:cNvSpPr txBox="1">
            <a:spLocks noGrp="1"/>
          </p:cNvSpPr>
          <p:nvPr>
            <p:ph type="ftr" idx="11"/>
          </p:nvPr>
        </p:nvSpPr>
        <p:spPr>
          <a:xfrm>
            <a:off x="7973595" y="621822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pic>
        <p:nvPicPr>
          <p:cNvPr id="274" name="Google Shape;274;g3b0f82315d9_0_57"/>
          <p:cNvPicPr preferRelativeResize="0"/>
          <p:nvPr/>
        </p:nvPicPr>
        <p:blipFill rotWithShape="1">
          <a:blip r:embed="rId3">
            <a:alphaModFix/>
          </a:blip>
          <a:srcRect l="27424" t="11109" r="28279" b="16468"/>
          <a:stretch/>
        </p:blipFill>
        <p:spPr>
          <a:xfrm>
            <a:off x="11105557" y="333067"/>
            <a:ext cx="826949" cy="89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g3b0f82315d9_0_57"/>
          <p:cNvPicPr preferRelativeResize="0"/>
          <p:nvPr/>
        </p:nvPicPr>
        <p:blipFill rotWithShape="1">
          <a:blip r:embed="rId4">
            <a:alphaModFix/>
          </a:blip>
          <a:srcRect b="12823"/>
          <a:stretch/>
        </p:blipFill>
        <p:spPr>
          <a:xfrm>
            <a:off x="4556707" y="1972329"/>
            <a:ext cx="6568325" cy="3648574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3b0f82315d9_0_57"/>
          <p:cNvSpPr txBox="1">
            <a:spLocks noGrp="1"/>
          </p:cNvSpPr>
          <p:nvPr>
            <p:ph type="body" idx="1"/>
          </p:nvPr>
        </p:nvSpPr>
        <p:spPr>
          <a:xfrm>
            <a:off x="4619450" y="5620891"/>
            <a:ext cx="6190500" cy="6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u="sng">
                <a:solidFill>
                  <a:schemeClr val="hlink"/>
                </a:solidFill>
                <a:hlinkClick r:id="rId5"/>
              </a:rPr>
              <a:t>LINK DEL MODELO DE REGISTRO DE USUARIO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b0f82315d9_0_43"/>
          <p:cNvSpPr txBox="1">
            <a:spLocks noGrp="1"/>
          </p:cNvSpPr>
          <p:nvPr>
            <p:ph type="title"/>
          </p:nvPr>
        </p:nvSpPr>
        <p:spPr>
          <a:xfrm>
            <a:off x="790275" y="3161950"/>
            <a:ext cx="3917100" cy="10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5000"/>
              <a:buFont typeface="Open Sans"/>
              <a:buNone/>
            </a:pPr>
            <a:r>
              <a:rPr lang="es-MX" sz="4000"/>
              <a:t>DIAGRAMAS DE SUBPROCESO </a:t>
            </a:r>
            <a:endParaRPr sz="4000"/>
          </a:p>
        </p:txBody>
      </p:sp>
      <p:sp>
        <p:nvSpPr>
          <p:cNvPr id="283" name="Google Shape;283;g3b0f82315d9_0_43"/>
          <p:cNvSpPr txBox="1">
            <a:spLocks noGrp="1"/>
          </p:cNvSpPr>
          <p:nvPr>
            <p:ph type="body" idx="1"/>
          </p:nvPr>
        </p:nvSpPr>
        <p:spPr>
          <a:xfrm>
            <a:off x="4429500" y="5883654"/>
            <a:ext cx="61905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 u="sng">
                <a:solidFill>
                  <a:schemeClr val="hlink"/>
                </a:solidFill>
                <a:hlinkClick r:id="rId3"/>
              </a:rPr>
              <a:t>LINK DEL MODULO DE AUTENTICACION DE USUARIOS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sp>
        <p:nvSpPr>
          <p:cNvPr id="284" name="Google Shape;284;g3b0f82315d9_0_43"/>
          <p:cNvSpPr txBox="1">
            <a:spLocks noGrp="1"/>
          </p:cNvSpPr>
          <p:nvPr>
            <p:ph type="ftr" idx="11"/>
          </p:nvPr>
        </p:nvSpPr>
        <p:spPr>
          <a:xfrm>
            <a:off x="7690104" y="62179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sp>
        <p:nvSpPr>
          <p:cNvPr id="285" name="Google Shape;285;g3b0f82315d9_0_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11</a:t>
            </a:fld>
            <a:endParaRPr/>
          </a:p>
        </p:txBody>
      </p:sp>
      <p:sp>
        <p:nvSpPr>
          <p:cNvPr id="286" name="Google Shape;286;g3b0f82315d9_0_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11</a:t>
            </a:fld>
            <a:endParaRPr/>
          </a:p>
        </p:txBody>
      </p:sp>
      <p:cxnSp>
        <p:nvCxnSpPr>
          <p:cNvPr id="287" name="Google Shape;287;g3b0f82315d9_0_43"/>
          <p:cNvCxnSpPr/>
          <p:nvPr/>
        </p:nvCxnSpPr>
        <p:spPr>
          <a:xfrm>
            <a:off x="11580488" y="3608421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8" name="Google Shape;288;g3b0f82315d9_0_43"/>
          <p:cNvSpPr txBox="1">
            <a:spLocks noGrp="1"/>
          </p:cNvSpPr>
          <p:nvPr>
            <p:ph type="ftr" idx="11"/>
          </p:nvPr>
        </p:nvSpPr>
        <p:spPr>
          <a:xfrm>
            <a:off x="7973595" y="621822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pic>
        <p:nvPicPr>
          <p:cNvPr id="289" name="Google Shape;289;g3b0f82315d9_0_43"/>
          <p:cNvPicPr preferRelativeResize="0"/>
          <p:nvPr/>
        </p:nvPicPr>
        <p:blipFill rotWithShape="1">
          <a:blip r:embed="rId4">
            <a:alphaModFix/>
          </a:blip>
          <a:srcRect l="27424" t="11109" r="28279" b="16468"/>
          <a:stretch/>
        </p:blipFill>
        <p:spPr>
          <a:xfrm>
            <a:off x="11105557" y="333067"/>
            <a:ext cx="826949" cy="89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3b0f82315d9_0_43"/>
          <p:cNvPicPr preferRelativeResize="0"/>
          <p:nvPr/>
        </p:nvPicPr>
        <p:blipFill rotWithShape="1">
          <a:blip r:embed="rId5">
            <a:alphaModFix/>
          </a:blip>
          <a:srcRect b="8792"/>
          <a:stretch/>
        </p:blipFill>
        <p:spPr>
          <a:xfrm>
            <a:off x="4513927" y="1683890"/>
            <a:ext cx="6478126" cy="397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b0f82315d9_0_28"/>
          <p:cNvSpPr txBox="1">
            <a:spLocks noGrp="1"/>
          </p:cNvSpPr>
          <p:nvPr>
            <p:ph type="title"/>
          </p:nvPr>
        </p:nvSpPr>
        <p:spPr>
          <a:xfrm>
            <a:off x="2459395" y="1132339"/>
            <a:ext cx="7273200" cy="10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Open Sans"/>
              <a:buNone/>
            </a:pPr>
            <a:r>
              <a:rPr lang="es-MX" sz="4000"/>
              <a:t>DIAGRAMAS DE SUBPROCESO </a:t>
            </a:r>
            <a:endParaRPr sz="4000"/>
          </a:p>
        </p:txBody>
      </p:sp>
      <p:sp>
        <p:nvSpPr>
          <p:cNvPr id="297" name="Google Shape;297;g3b0f82315d9_0_28"/>
          <p:cNvSpPr txBox="1">
            <a:spLocks noGrp="1"/>
          </p:cNvSpPr>
          <p:nvPr>
            <p:ph type="body" idx="1"/>
          </p:nvPr>
        </p:nvSpPr>
        <p:spPr>
          <a:xfrm>
            <a:off x="3453150" y="5929625"/>
            <a:ext cx="5285700" cy="5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u="sng">
                <a:solidFill>
                  <a:schemeClr val="hlink"/>
                </a:solidFill>
                <a:hlinkClick r:id="rId3"/>
              </a:rPr>
              <a:t>LINK DEL MODULO REGISTRO PRODUCTOS</a:t>
            </a:r>
            <a:endParaRPr/>
          </a:p>
        </p:txBody>
      </p:sp>
      <p:sp>
        <p:nvSpPr>
          <p:cNvPr id="298" name="Google Shape;298;g3b0f82315d9_0_28"/>
          <p:cNvSpPr txBox="1">
            <a:spLocks noGrp="1"/>
          </p:cNvSpPr>
          <p:nvPr>
            <p:ph type="ftr" idx="11"/>
          </p:nvPr>
        </p:nvSpPr>
        <p:spPr>
          <a:xfrm>
            <a:off x="7690104" y="62179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sp>
        <p:nvSpPr>
          <p:cNvPr id="299" name="Google Shape;299;g3b0f82315d9_0_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12</a:t>
            </a:fld>
            <a:endParaRPr/>
          </a:p>
        </p:txBody>
      </p:sp>
      <p:sp>
        <p:nvSpPr>
          <p:cNvPr id="300" name="Google Shape;300;g3b0f82315d9_0_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12</a:t>
            </a:fld>
            <a:endParaRPr/>
          </a:p>
        </p:txBody>
      </p:sp>
      <p:cxnSp>
        <p:nvCxnSpPr>
          <p:cNvPr id="301" name="Google Shape;301;g3b0f82315d9_0_28"/>
          <p:cNvCxnSpPr/>
          <p:nvPr/>
        </p:nvCxnSpPr>
        <p:spPr>
          <a:xfrm>
            <a:off x="11580488" y="3608421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2" name="Google Shape;302;g3b0f82315d9_0_28"/>
          <p:cNvSpPr txBox="1">
            <a:spLocks noGrp="1"/>
          </p:cNvSpPr>
          <p:nvPr>
            <p:ph type="ftr" idx="11"/>
          </p:nvPr>
        </p:nvSpPr>
        <p:spPr>
          <a:xfrm>
            <a:off x="7973595" y="621822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pic>
        <p:nvPicPr>
          <p:cNvPr id="303" name="Google Shape;303;g3b0f82315d9_0_28"/>
          <p:cNvPicPr preferRelativeResize="0"/>
          <p:nvPr/>
        </p:nvPicPr>
        <p:blipFill rotWithShape="1">
          <a:blip r:embed="rId4">
            <a:alphaModFix/>
          </a:blip>
          <a:srcRect l="27424" t="11109" r="28279" b="16468"/>
          <a:stretch/>
        </p:blipFill>
        <p:spPr>
          <a:xfrm>
            <a:off x="11105557" y="333067"/>
            <a:ext cx="826949" cy="89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g3b0f82315d9_0_28"/>
          <p:cNvPicPr preferRelativeResize="0"/>
          <p:nvPr/>
        </p:nvPicPr>
        <p:blipFill rotWithShape="1">
          <a:blip r:embed="rId5">
            <a:alphaModFix/>
          </a:blip>
          <a:srcRect r="17559" b="5820"/>
          <a:stretch/>
        </p:blipFill>
        <p:spPr>
          <a:xfrm>
            <a:off x="2836950" y="2585800"/>
            <a:ext cx="6546611" cy="311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b0f82315d9_0_13"/>
          <p:cNvSpPr txBox="1">
            <a:spLocks noGrp="1"/>
          </p:cNvSpPr>
          <p:nvPr>
            <p:ph type="ctrTitle"/>
          </p:nvPr>
        </p:nvSpPr>
        <p:spPr>
          <a:xfrm>
            <a:off x="6092773" y="614448"/>
            <a:ext cx="4434900" cy="13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</a:pPr>
            <a:r>
              <a:rPr lang="es-MX" sz="4000"/>
              <a:t>ANÁLISIS CUANTITATIVO</a:t>
            </a:r>
            <a:endParaRPr sz="4000"/>
          </a:p>
        </p:txBody>
      </p:sp>
      <p:sp>
        <p:nvSpPr>
          <p:cNvPr id="311" name="Google Shape;311;g3b0f82315d9_0_13"/>
          <p:cNvSpPr txBox="1">
            <a:spLocks noGrp="1"/>
          </p:cNvSpPr>
          <p:nvPr>
            <p:ph type="subTitle" idx="1"/>
          </p:nvPr>
        </p:nvSpPr>
        <p:spPr>
          <a:xfrm>
            <a:off x="6108100" y="2273779"/>
            <a:ext cx="4924200" cy="4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MX" sz="2400"/>
              <a:t>Para nuestros clientes es indispensable:</a:t>
            </a:r>
            <a:br>
              <a:rPr lang="es-MX" sz="2400"/>
            </a:br>
            <a:endParaRPr sz="24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MX" sz="2400"/>
              <a:t>Tener la información disponible en tiempo real con notificaciones en cuanto a fechas de caducidad de productos (siendo puntos críticos en la actualidad ya que lo manejan por medio de papeleo con errores constantes)</a:t>
            </a:r>
            <a:br>
              <a:rPr lang="es-MX" sz="2400"/>
            </a:br>
            <a:endParaRPr/>
          </a:p>
        </p:txBody>
      </p:sp>
      <p:sp>
        <p:nvSpPr>
          <p:cNvPr id="312" name="Google Shape;312;g3b0f82315d9_0_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13</a:t>
            </a:fld>
            <a:endParaRPr/>
          </a:p>
        </p:txBody>
      </p:sp>
      <p:sp>
        <p:nvSpPr>
          <p:cNvPr id="313" name="Google Shape;313;g3b0f82315d9_0_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13</a:t>
            </a:fld>
            <a:endParaRPr/>
          </a:p>
        </p:txBody>
      </p:sp>
      <p:cxnSp>
        <p:nvCxnSpPr>
          <p:cNvPr id="314" name="Google Shape;314;g3b0f82315d9_0_13"/>
          <p:cNvCxnSpPr/>
          <p:nvPr/>
        </p:nvCxnSpPr>
        <p:spPr>
          <a:xfrm>
            <a:off x="11580488" y="3598453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5" name="Google Shape;315;g3b0f82315d9_0_13"/>
          <p:cNvSpPr txBox="1">
            <a:spLocks noGrp="1"/>
          </p:cNvSpPr>
          <p:nvPr>
            <p:ph type="ftr" idx="11"/>
          </p:nvPr>
        </p:nvSpPr>
        <p:spPr>
          <a:xfrm rot="-5400000">
            <a:off x="9811536" y="2125307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sp>
        <p:nvSpPr>
          <p:cNvPr id="316" name="Google Shape;316;g3b0f82315d9_0_13"/>
          <p:cNvSpPr txBox="1">
            <a:spLocks noGrp="1"/>
          </p:cNvSpPr>
          <p:nvPr>
            <p:ph type="ftr" idx="11"/>
          </p:nvPr>
        </p:nvSpPr>
        <p:spPr>
          <a:xfrm rot="-5400000">
            <a:off x="9814415" y="212818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pic>
        <p:nvPicPr>
          <p:cNvPr id="317" name="Google Shape;317;g3b0f82315d9_0_13"/>
          <p:cNvPicPr preferRelativeResize="0"/>
          <p:nvPr/>
        </p:nvPicPr>
        <p:blipFill rotWithShape="1">
          <a:blip r:embed="rId3">
            <a:alphaModFix/>
          </a:blip>
          <a:srcRect l="12464" t="12668" r="12449" b="12765"/>
          <a:stretch/>
        </p:blipFill>
        <p:spPr>
          <a:xfrm rot="10800000">
            <a:off x="-1" y="-45350"/>
            <a:ext cx="5763126" cy="690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g3b0f82315d9_0_13"/>
          <p:cNvPicPr preferRelativeResize="0"/>
          <p:nvPr/>
        </p:nvPicPr>
        <p:blipFill rotWithShape="1">
          <a:blip r:embed="rId4">
            <a:alphaModFix/>
          </a:blip>
          <a:srcRect l="27424" t="11109" r="28279" b="16468"/>
          <a:stretch/>
        </p:blipFill>
        <p:spPr>
          <a:xfrm>
            <a:off x="11119996" y="308492"/>
            <a:ext cx="826949" cy="89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g3b0f82315d9_0_13" descr="Gráfico de respuestas de formularios. Título de la pregunta: ¿Con qué frecuencia experimenta errores o inexactitudes al registrar el inventario de forma manual (papel o Excel)?. Número de respuestas: 11 respuestas." title="¿Con qué frecuencia experimenta errores o inexactitudes al registrar el inventario de forma manual (papel o Excel)?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3126" y="499579"/>
            <a:ext cx="3936870" cy="1793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g3b0f82315d9_0_13" descr="Gráfico de respuestas de formularios. Título de la pregunta:   Actualmente, ¿qué método principal utiliza para gestionar el inventario de su negocio?  . Número de respuestas: 11 respuestas." title="  Actualmente, ¿qué método principal utiliza para gestionar el inventario de su negocio?  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3125" y="2520981"/>
            <a:ext cx="3936876" cy="1662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g3b0f82315d9_0_13" descr="Gráfico de respuestas de formularios. Título de la pregunta:   ¿Qué tan difícil es conseguir información precisa y en tiempo real de su stock con su método actual?  . Número de respuestas: 11 respuestas." title="  ¿Qué tan difícil es conseguir información precisa y en tiempo real de su stock con su método actual?  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3126" y="4425741"/>
            <a:ext cx="3936870" cy="1793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7261f6c68_0_3"/>
          <p:cNvSpPr txBox="1">
            <a:spLocks noGrp="1"/>
          </p:cNvSpPr>
          <p:nvPr>
            <p:ph type="ctrTitle"/>
          </p:nvPr>
        </p:nvSpPr>
        <p:spPr>
          <a:xfrm>
            <a:off x="6500987" y="1400638"/>
            <a:ext cx="4434900" cy="13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</a:pPr>
            <a:r>
              <a:rPr lang="es-MX" sz="4000"/>
              <a:t>ANÁLISIS CUANTITATIVO</a:t>
            </a:r>
            <a:endParaRPr sz="4000"/>
          </a:p>
        </p:txBody>
      </p:sp>
      <p:sp>
        <p:nvSpPr>
          <p:cNvPr id="328" name="Google Shape;328;g3a7261f6c68_0_3"/>
          <p:cNvSpPr txBox="1">
            <a:spLocks noGrp="1"/>
          </p:cNvSpPr>
          <p:nvPr>
            <p:ph type="subTitle" idx="1"/>
          </p:nvPr>
        </p:nvSpPr>
        <p:spPr>
          <a:xfrm>
            <a:off x="6500975" y="3196027"/>
            <a:ext cx="4434900" cy="22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MX" sz="2400"/>
              <a:t>Tener un sistema digital automatizado con mayor facilidad de manejo que un excel y evitando papeleo físico.</a:t>
            </a:r>
            <a:endParaRPr/>
          </a:p>
        </p:txBody>
      </p:sp>
      <p:sp>
        <p:nvSpPr>
          <p:cNvPr id="329" name="Google Shape;329;g3a7261f6c68_0_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14</a:t>
            </a:fld>
            <a:endParaRPr/>
          </a:p>
        </p:txBody>
      </p:sp>
      <p:sp>
        <p:nvSpPr>
          <p:cNvPr id="330" name="Google Shape;330;g3a7261f6c68_0_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14</a:t>
            </a:fld>
            <a:endParaRPr/>
          </a:p>
        </p:txBody>
      </p:sp>
      <p:cxnSp>
        <p:nvCxnSpPr>
          <p:cNvPr id="331" name="Google Shape;331;g3a7261f6c68_0_3"/>
          <p:cNvCxnSpPr/>
          <p:nvPr/>
        </p:nvCxnSpPr>
        <p:spPr>
          <a:xfrm>
            <a:off x="11580488" y="3598453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2" name="Google Shape;332;g3a7261f6c68_0_3"/>
          <p:cNvSpPr txBox="1">
            <a:spLocks noGrp="1"/>
          </p:cNvSpPr>
          <p:nvPr>
            <p:ph type="ftr" idx="11"/>
          </p:nvPr>
        </p:nvSpPr>
        <p:spPr>
          <a:xfrm rot="-5400000">
            <a:off x="9811536" y="2125307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sp>
        <p:nvSpPr>
          <p:cNvPr id="333" name="Google Shape;333;g3a7261f6c68_0_3"/>
          <p:cNvSpPr txBox="1">
            <a:spLocks noGrp="1"/>
          </p:cNvSpPr>
          <p:nvPr>
            <p:ph type="ftr" idx="11"/>
          </p:nvPr>
        </p:nvSpPr>
        <p:spPr>
          <a:xfrm rot="-5400000">
            <a:off x="9814415" y="212818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pic>
        <p:nvPicPr>
          <p:cNvPr id="334" name="Google Shape;334;g3a7261f6c68_0_3"/>
          <p:cNvPicPr preferRelativeResize="0"/>
          <p:nvPr/>
        </p:nvPicPr>
        <p:blipFill rotWithShape="1">
          <a:blip r:embed="rId3">
            <a:alphaModFix/>
          </a:blip>
          <a:srcRect l="12464" t="12668" r="12449" b="12765"/>
          <a:stretch/>
        </p:blipFill>
        <p:spPr>
          <a:xfrm>
            <a:off x="0" y="0"/>
            <a:ext cx="5763126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g3a7261f6c68_0_3"/>
          <p:cNvPicPr preferRelativeResize="0"/>
          <p:nvPr/>
        </p:nvPicPr>
        <p:blipFill rotWithShape="1">
          <a:blip r:embed="rId4">
            <a:alphaModFix/>
          </a:blip>
          <a:srcRect l="27424" t="11109" r="28279" b="16468"/>
          <a:stretch/>
        </p:blipFill>
        <p:spPr>
          <a:xfrm>
            <a:off x="11119996" y="308492"/>
            <a:ext cx="826949" cy="89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g3a7261f6c68_0_3" descr="Gráfico de respuestas de formularios. Título de la pregunta:   ¿Cuál de los siguientes es el mayor problema que enfrenta actualmente en la gestión de su inventario?  . Número de respuestas: 11 respuestas." title="  ¿Cuál de los siguientes es el mayor problema que enfrenta actualmente en la gestión de su inventario?  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3126" y="505056"/>
            <a:ext cx="3936870" cy="1793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g3a7261f6c68_0_3" descr="Gráfico de respuestas de formularios. Título de la pregunta:   La capacidad de registrar el stock con su fecha de caducidad en el sistema es:  . Número de respuestas: 10 respuestas." title="  La capacidad de registrar el stock con su fecha de caducidad en el sistema es:  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3125" y="2547228"/>
            <a:ext cx="3936876" cy="1662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g3a7261f6c68_0_3" descr="Gráfico de respuestas de formularios. Título de la pregunta:   Como usuario (según su rol), ¿qué tan importante es que la interfaz de Data Stock sea &quot;amigable&quot; y fácil de usar, no &quot;abrumadora como un Excel&quot;?  . Número de respuestas: 11 respuestas." title="  Como usuario (según su rol), ¿qué tan importante es que la interfaz de Data Stock sea &quot;amigable&quot; y fácil de usar, no &quot;abrumadora como un Excel&quot;?  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3126" y="4471098"/>
            <a:ext cx="3936870" cy="1793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71603f86a28a26d6_0"/>
          <p:cNvSpPr txBox="1">
            <a:spLocks noGrp="1"/>
          </p:cNvSpPr>
          <p:nvPr>
            <p:ph type="ctrTitle"/>
          </p:nvPr>
        </p:nvSpPr>
        <p:spPr>
          <a:xfrm>
            <a:off x="1524000" y="704877"/>
            <a:ext cx="9144000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</a:pPr>
            <a:r>
              <a:rPr lang="es-MX" sz="4000"/>
              <a:t> </a:t>
            </a:r>
            <a:endParaRPr sz="4000"/>
          </a:p>
        </p:txBody>
      </p:sp>
      <p:sp>
        <p:nvSpPr>
          <p:cNvPr id="345" name="Google Shape;345;g71603f86a28a26d6_0"/>
          <p:cNvSpPr txBox="1">
            <a:spLocks noGrp="1"/>
          </p:cNvSpPr>
          <p:nvPr>
            <p:ph type="subTitle" idx="1"/>
          </p:nvPr>
        </p:nvSpPr>
        <p:spPr>
          <a:xfrm>
            <a:off x="1524000" y="2359425"/>
            <a:ext cx="9144000" cy="3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/>
              <a:t>Empresario  (Autoriza registro como “administrador” y elimina usuarios)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/>
              <a:t>Administrador inventario (modifica y registra el inventario con previa autorización). 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/>
              <a:t>Empleado (Brinda la información del Stock y revisa/visualiza el Stock e inventario).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346" name="Google Shape;346;g71603f86a28a26d6_0"/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>
                <a:solidFill>
                  <a:schemeClr val="lt1"/>
                </a:solidFill>
              </a:rPr>
              <a:t>15</a:t>
            </a:fld>
            <a:endParaRPr>
              <a:solidFill>
                <a:schemeClr val="lt1"/>
              </a:solidFill>
            </a:endParaRPr>
          </a:p>
        </p:txBody>
      </p:sp>
      <p:cxnSp>
        <p:nvCxnSpPr>
          <p:cNvPr id="347" name="Google Shape;347;g71603f86a28a26d6_0"/>
          <p:cNvCxnSpPr/>
          <p:nvPr/>
        </p:nvCxnSpPr>
        <p:spPr>
          <a:xfrm>
            <a:off x="11580488" y="3628357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8" name="Google Shape;348;g71603f86a28a26d6_0"/>
          <p:cNvSpPr txBox="1">
            <a:spLocks noGrp="1"/>
          </p:cNvSpPr>
          <p:nvPr>
            <p:ph type="ftr" idx="4294967295"/>
          </p:nvPr>
        </p:nvSpPr>
        <p:spPr>
          <a:xfrm rot="-5400000">
            <a:off x="9811536" y="219749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9" name="Google Shape;349;g71603f86a28a26d6_0"/>
          <p:cNvSpPr txBox="1">
            <a:spLocks noGrp="1"/>
          </p:cNvSpPr>
          <p:nvPr>
            <p:ph type="ftr" idx="4294967295"/>
          </p:nvPr>
        </p:nvSpPr>
        <p:spPr>
          <a:xfrm rot="-5400000">
            <a:off x="9814415" y="220037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50" name="Google Shape;350;g71603f86a28a26d6_0"/>
          <p:cNvPicPr preferRelativeResize="0"/>
          <p:nvPr/>
        </p:nvPicPr>
        <p:blipFill rotWithShape="1">
          <a:blip r:embed="rId3">
            <a:alphaModFix/>
          </a:blip>
          <a:srcRect l="11282" r="11805"/>
          <a:stretch/>
        </p:blipFill>
        <p:spPr>
          <a:xfrm>
            <a:off x="11186952" y="489381"/>
            <a:ext cx="750774" cy="64887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g71603f86a28a26d6_0"/>
          <p:cNvSpPr txBox="1"/>
          <p:nvPr/>
        </p:nvSpPr>
        <p:spPr>
          <a:xfrm>
            <a:off x="2428650" y="1816250"/>
            <a:ext cx="733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30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USUARIOS O ACTORES DEL SISTEMA</a:t>
            </a:r>
            <a:endParaRPr sz="3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b0f82315d9_0_86"/>
          <p:cNvSpPr txBox="1">
            <a:spLocks noGrp="1"/>
          </p:cNvSpPr>
          <p:nvPr>
            <p:ph type="ctrTitle"/>
          </p:nvPr>
        </p:nvSpPr>
        <p:spPr>
          <a:xfrm>
            <a:off x="1524000" y="704877"/>
            <a:ext cx="9144000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</a:pPr>
            <a:r>
              <a:rPr lang="es-MX" sz="4000"/>
              <a:t>HISTORIAS DE USUARIO</a:t>
            </a:r>
            <a:endParaRPr sz="4000"/>
          </a:p>
        </p:txBody>
      </p:sp>
      <p:sp>
        <p:nvSpPr>
          <p:cNvPr id="358" name="Google Shape;358;g3b0f82315d9_0_86"/>
          <p:cNvSpPr txBox="1">
            <a:spLocks noGrp="1"/>
          </p:cNvSpPr>
          <p:nvPr>
            <p:ph type="subTitle" idx="1"/>
          </p:nvPr>
        </p:nvSpPr>
        <p:spPr>
          <a:xfrm>
            <a:off x="1683600" y="2434050"/>
            <a:ext cx="9144000" cy="3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/>
              <a:t>Como usuario, quiero crear un perfil que me permita editar/ver el inventario o stock en la plataforma DataStock.</a:t>
            </a:r>
            <a:br>
              <a:rPr lang="es-MX"/>
            </a:br>
            <a:br>
              <a:rPr lang="es-MX"/>
            </a:br>
            <a:r>
              <a:rPr lang="es-MX"/>
              <a:t>Criterios de aceptación:</a:t>
            </a:r>
            <a:br>
              <a:rPr lang="es-MX"/>
            </a:br>
            <a:r>
              <a:rPr lang="es-MX"/>
              <a:t>- Validar correo electrónico</a:t>
            </a:r>
            <a:br>
              <a:rPr lang="es-MX"/>
            </a:br>
            <a:r>
              <a:rPr lang="es-MX"/>
              <a:t>- Validar duplicidad</a:t>
            </a:r>
            <a:br>
              <a:rPr lang="es-MX"/>
            </a:br>
            <a:r>
              <a:rPr lang="es-MX"/>
              <a:t>- Asignar rol </a:t>
            </a:r>
            <a:br>
              <a:rPr lang="es-MX"/>
            </a:br>
            <a:r>
              <a:rPr lang="es-MX"/>
              <a:t>- Guardar Usuario en la Base de Datos</a:t>
            </a:r>
            <a:endParaRPr/>
          </a:p>
        </p:txBody>
      </p:sp>
      <p:sp>
        <p:nvSpPr>
          <p:cNvPr id="359" name="Google Shape;359;g3b0f82315d9_0_86"/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>
                <a:solidFill>
                  <a:schemeClr val="lt1"/>
                </a:solidFill>
              </a:rPr>
              <a:t>16</a:t>
            </a:fld>
            <a:endParaRPr>
              <a:solidFill>
                <a:schemeClr val="lt1"/>
              </a:solidFill>
            </a:endParaRPr>
          </a:p>
        </p:txBody>
      </p:sp>
      <p:cxnSp>
        <p:nvCxnSpPr>
          <p:cNvPr id="360" name="Google Shape;360;g3b0f82315d9_0_86"/>
          <p:cNvCxnSpPr/>
          <p:nvPr/>
        </p:nvCxnSpPr>
        <p:spPr>
          <a:xfrm>
            <a:off x="11580488" y="3628357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1" name="Google Shape;361;g3b0f82315d9_0_86"/>
          <p:cNvSpPr txBox="1">
            <a:spLocks noGrp="1"/>
          </p:cNvSpPr>
          <p:nvPr>
            <p:ph type="ftr" idx="4294967295"/>
          </p:nvPr>
        </p:nvSpPr>
        <p:spPr>
          <a:xfrm rot="-5400000">
            <a:off x="9811536" y="219749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2" name="Google Shape;362;g3b0f82315d9_0_86"/>
          <p:cNvSpPr txBox="1">
            <a:spLocks noGrp="1"/>
          </p:cNvSpPr>
          <p:nvPr>
            <p:ph type="ftr" idx="4294967295"/>
          </p:nvPr>
        </p:nvSpPr>
        <p:spPr>
          <a:xfrm rot="-5400000">
            <a:off x="9814415" y="220037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63" name="Google Shape;363;g3b0f82315d9_0_86"/>
          <p:cNvPicPr preferRelativeResize="0"/>
          <p:nvPr/>
        </p:nvPicPr>
        <p:blipFill rotWithShape="1">
          <a:blip r:embed="rId3">
            <a:alphaModFix/>
          </a:blip>
          <a:srcRect l="11282" r="11805"/>
          <a:stretch/>
        </p:blipFill>
        <p:spPr>
          <a:xfrm>
            <a:off x="11186952" y="489381"/>
            <a:ext cx="750774" cy="648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g3b0f82315d9_0_86"/>
          <p:cNvSpPr txBox="1"/>
          <p:nvPr/>
        </p:nvSpPr>
        <p:spPr>
          <a:xfrm>
            <a:off x="3838950" y="1785150"/>
            <a:ext cx="4514100" cy="6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30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Registro de Usuario</a:t>
            </a:r>
            <a:endParaRPr sz="3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b0f82315d9_1_1"/>
          <p:cNvSpPr txBox="1">
            <a:spLocks noGrp="1"/>
          </p:cNvSpPr>
          <p:nvPr>
            <p:ph type="ctrTitle"/>
          </p:nvPr>
        </p:nvSpPr>
        <p:spPr>
          <a:xfrm>
            <a:off x="1524000" y="704877"/>
            <a:ext cx="9144000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</a:pPr>
            <a:r>
              <a:rPr lang="es-MX" sz="4000"/>
              <a:t>HISTORIAS DE USUARIO</a:t>
            </a:r>
            <a:endParaRPr sz="4000"/>
          </a:p>
        </p:txBody>
      </p:sp>
      <p:sp>
        <p:nvSpPr>
          <p:cNvPr id="371" name="Google Shape;371;g3b0f82315d9_1_1"/>
          <p:cNvSpPr txBox="1">
            <a:spLocks noGrp="1"/>
          </p:cNvSpPr>
          <p:nvPr>
            <p:ph type="subTitle" idx="1"/>
          </p:nvPr>
        </p:nvSpPr>
        <p:spPr>
          <a:xfrm>
            <a:off x="1683600" y="2434050"/>
            <a:ext cx="9144000" cy="3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</a:pPr>
            <a:r>
              <a:rPr lang="es-MX"/>
              <a:t>Como usuario registrado, quiero iniciar sesión con mi correo y datos básicos y/o contraseña de acuerdo al rol para acceder de manera segura e indicada en la plataforma.</a:t>
            </a:r>
            <a:br>
              <a:rPr lang="es-MX"/>
            </a:br>
            <a:br>
              <a:rPr lang="es-MX"/>
            </a:br>
            <a:r>
              <a:rPr lang="es-MX" b="1"/>
              <a:t>Criterios de aceptación:</a:t>
            </a:r>
            <a:br>
              <a:rPr lang="es-MX"/>
            </a:br>
            <a:r>
              <a:rPr lang="es-MX"/>
              <a:t>- Validación de correo electrónico (contraseña si es requerida) en la Base de Datos </a:t>
            </a:r>
            <a:br>
              <a:rPr lang="es-MX"/>
            </a:br>
            <a:r>
              <a:rPr lang="es-MX"/>
              <a:t>- Mostrar rol</a:t>
            </a:r>
            <a:br>
              <a:rPr lang="es-MX"/>
            </a:br>
            <a:r>
              <a:rPr lang="es-MX"/>
              <a:t>- Registrar intentos</a:t>
            </a:r>
            <a:br>
              <a:rPr lang="es-MX"/>
            </a:br>
            <a:r>
              <a:rPr lang="es-MX"/>
              <a:t>- Bloqueo tras 3 intentos</a:t>
            </a:r>
            <a:endParaRPr/>
          </a:p>
        </p:txBody>
      </p:sp>
      <p:sp>
        <p:nvSpPr>
          <p:cNvPr id="372" name="Google Shape;372;g3b0f82315d9_1_1"/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>
                <a:solidFill>
                  <a:schemeClr val="lt1"/>
                </a:solidFill>
              </a:rPr>
              <a:t>17</a:t>
            </a:fld>
            <a:endParaRPr>
              <a:solidFill>
                <a:schemeClr val="lt1"/>
              </a:solidFill>
            </a:endParaRPr>
          </a:p>
        </p:txBody>
      </p:sp>
      <p:cxnSp>
        <p:nvCxnSpPr>
          <p:cNvPr id="373" name="Google Shape;373;g3b0f82315d9_1_1"/>
          <p:cNvCxnSpPr/>
          <p:nvPr/>
        </p:nvCxnSpPr>
        <p:spPr>
          <a:xfrm>
            <a:off x="11580488" y="3628357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4" name="Google Shape;374;g3b0f82315d9_1_1"/>
          <p:cNvSpPr txBox="1">
            <a:spLocks noGrp="1"/>
          </p:cNvSpPr>
          <p:nvPr>
            <p:ph type="ftr" idx="4294967295"/>
          </p:nvPr>
        </p:nvSpPr>
        <p:spPr>
          <a:xfrm rot="-5400000">
            <a:off x="9811536" y="219749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75" name="Google Shape;375;g3b0f82315d9_1_1"/>
          <p:cNvSpPr txBox="1">
            <a:spLocks noGrp="1"/>
          </p:cNvSpPr>
          <p:nvPr>
            <p:ph type="ftr" idx="4294967295"/>
          </p:nvPr>
        </p:nvSpPr>
        <p:spPr>
          <a:xfrm rot="-5400000">
            <a:off x="9814415" y="220037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76" name="Google Shape;376;g3b0f82315d9_1_1"/>
          <p:cNvPicPr preferRelativeResize="0"/>
          <p:nvPr/>
        </p:nvPicPr>
        <p:blipFill rotWithShape="1">
          <a:blip r:embed="rId3">
            <a:alphaModFix/>
          </a:blip>
          <a:srcRect l="11282" r="11805"/>
          <a:stretch/>
        </p:blipFill>
        <p:spPr>
          <a:xfrm>
            <a:off x="11186952" y="489381"/>
            <a:ext cx="750774" cy="648875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g3b0f82315d9_1_1"/>
          <p:cNvSpPr txBox="1"/>
          <p:nvPr/>
        </p:nvSpPr>
        <p:spPr>
          <a:xfrm>
            <a:off x="4228350" y="1885350"/>
            <a:ext cx="3735300" cy="6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MX" sz="30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Autenticación</a:t>
            </a:r>
            <a:endParaRPr sz="3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b0f82315d9_1_13"/>
          <p:cNvSpPr txBox="1">
            <a:spLocks noGrp="1"/>
          </p:cNvSpPr>
          <p:nvPr>
            <p:ph type="ctrTitle"/>
          </p:nvPr>
        </p:nvSpPr>
        <p:spPr>
          <a:xfrm>
            <a:off x="1524000" y="704877"/>
            <a:ext cx="9144000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</a:pPr>
            <a:r>
              <a:rPr lang="es-MX" sz="4000"/>
              <a:t>HISTORIAS DE USUARIO</a:t>
            </a:r>
            <a:endParaRPr sz="4000"/>
          </a:p>
        </p:txBody>
      </p:sp>
      <p:sp>
        <p:nvSpPr>
          <p:cNvPr id="384" name="Google Shape;384;g3b0f82315d9_1_13"/>
          <p:cNvSpPr txBox="1">
            <a:spLocks noGrp="1"/>
          </p:cNvSpPr>
          <p:nvPr>
            <p:ph type="subTitle" idx="1"/>
          </p:nvPr>
        </p:nvSpPr>
        <p:spPr>
          <a:xfrm>
            <a:off x="1683600" y="2434050"/>
            <a:ext cx="9144000" cy="3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</a:pPr>
            <a:r>
              <a:rPr lang="es-MX"/>
              <a:t>Como usuario registrado (Admin. De Inventario),</a:t>
            </a:r>
            <a:br>
              <a:rPr lang="es-MX"/>
            </a:br>
            <a:r>
              <a:rPr lang="es-MX"/>
              <a:t>Quiero registrar las categorías de los productos.</a:t>
            </a:r>
            <a:br>
              <a:rPr lang="es-MX"/>
            </a:br>
            <a:br>
              <a:rPr lang="es-MX"/>
            </a:br>
            <a:r>
              <a:rPr lang="es-MX" b="1"/>
              <a:t>Criterios de aceptación:</a:t>
            </a:r>
            <a:br>
              <a:rPr lang="es-MX"/>
            </a:br>
            <a:r>
              <a:rPr lang="es-MX"/>
              <a:t>- No ingresar categorías existentes</a:t>
            </a:r>
            <a:br>
              <a:rPr lang="es-MX"/>
            </a:br>
            <a:r>
              <a:rPr lang="es-MX"/>
              <a:t>- Ingresar formatos de registro correctos</a:t>
            </a:r>
            <a:endParaRPr/>
          </a:p>
        </p:txBody>
      </p:sp>
      <p:sp>
        <p:nvSpPr>
          <p:cNvPr id="385" name="Google Shape;385;g3b0f82315d9_1_13"/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>
                <a:solidFill>
                  <a:schemeClr val="lt1"/>
                </a:solidFill>
              </a:rPr>
              <a:t>18</a:t>
            </a:fld>
            <a:endParaRPr>
              <a:solidFill>
                <a:schemeClr val="lt1"/>
              </a:solidFill>
            </a:endParaRPr>
          </a:p>
        </p:txBody>
      </p:sp>
      <p:cxnSp>
        <p:nvCxnSpPr>
          <p:cNvPr id="386" name="Google Shape;386;g3b0f82315d9_1_13"/>
          <p:cNvCxnSpPr/>
          <p:nvPr/>
        </p:nvCxnSpPr>
        <p:spPr>
          <a:xfrm>
            <a:off x="11580488" y="3628357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7" name="Google Shape;387;g3b0f82315d9_1_13"/>
          <p:cNvSpPr txBox="1">
            <a:spLocks noGrp="1"/>
          </p:cNvSpPr>
          <p:nvPr>
            <p:ph type="ftr" idx="4294967295"/>
          </p:nvPr>
        </p:nvSpPr>
        <p:spPr>
          <a:xfrm rot="-5400000">
            <a:off x="9811536" y="219749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8" name="Google Shape;388;g3b0f82315d9_1_13"/>
          <p:cNvSpPr txBox="1">
            <a:spLocks noGrp="1"/>
          </p:cNvSpPr>
          <p:nvPr>
            <p:ph type="ftr" idx="4294967295"/>
          </p:nvPr>
        </p:nvSpPr>
        <p:spPr>
          <a:xfrm rot="-5400000">
            <a:off x="9814415" y="220037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89" name="Google Shape;389;g3b0f82315d9_1_13"/>
          <p:cNvPicPr preferRelativeResize="0"/>
          <p:nvPr/>
        </p:nvPicPr>
        <p:blipFill rotWithShape="1">
          <a:blip r:embed="rId3">
            <a:alphaModFix/>
          </a:blip>
          <a:srcRect l="11282" r="11805"/>
          <a:stretch/>
        </p:blipFill>
        <p:spPr>
          <a:xfrm>
            <a:off x="11186952" y="489381"/>
            <a:ext cx="750774" cy="64887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g3b0f82315d9_1_13"/>
          <p:cNvSpPr txBox="1"/>
          <p:nvPr/>
        </p:nvSpPr>
        <p:spPr>
          <a:xfrm>
            <a:off x="3838950" y="1785150"/>
            <a:ext cx="4514100" cy="6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MX" sz="30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Registrar Categoría</a:t>
            </a:r>
            <a:endParaRPr sz="30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b0f82315d9_1_25"/>
          <p:cNvSpPr txBox="1">
            <a:spLocks noGrp="1"/>
          </p:cNvSpPr>
          <p:nvPr>
            <p:ph type="ctrTitle"/>
          </p:nvPr>
        </p:nvSpPr>
        <p:spPr>
          <a:xfrm>
            <a:off x="1524000" y="704877"/>
            <a:ext cx="9144000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</a:pPr>
            <a:r>
              <a:rPr lang="es-MX" sz="4000"/>
              <a:t>HISTORIAS DE USUARIO</a:t>
            </a:r>
            <a:endParaRPr sz="4000"/>
          </a:p>
        </p:txBody>
      </p:sp>
      <p:sp>
        <p:nvSpPr>
          <p:cNvPr id="397" name="Google Shape;397;g3b0f82315d9_1_25"/>
          <p:cNvSpPr txBox="1">
            <a:spLocks noGrp="1"/>
          </p:cNvSpPr>
          <p:nvPr>
            <p:ph type="subTitle" idx="1"/>
          </p:nvPr>
        </p:nvSpPr>
        <p:spPr>
          <a:xfrm>
            <a:off x="1683600" y="2434050"/>
            <a:ext cx="9144000" cy="3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</a:pPr>
            <a:r>
              <a:rPr lang="es-MX"/>
              <a:t>Como usuario registrado (Admin. De Inventario),</a:t>
            </a:r>
            <a:br>
              <a:rPr lang="es-MX"/>
            </a:br>
            <a:r>
              <a:rPr lang="es-MX"/>
              <a:t>Quiero registrar el nombre, cantidad y fechas de caducidad de los productos.</a:t>
            </a:r>
            <a:br>
              <a:rPr lang="es-MX"/>
            </a:br>
            <a:r>
              <a:rPr lang="es-MX" b="1"/>
              <a:t>Criterios de aceptación:</a:t>
            </a:r>
            <a:br>
              <a:rPr lang="es-MX"/>
            </a:br>
            <a:r>
              <a:rPr lang="es-MX"/>
              <a:t>- No ingresar nombres de productos existentes</a:t>
            </a:r>
            <a:br>
              <a:rPr lang="es-MX"/>
            </a:br>
            <a:r>
              <a:rPr lang="es-MX"/>
              <a:t>- Ingresar fechas de caducidad válidas (no del pasado) </a:t>
            </a:r>
            <a:br>
              <a:rPr lang="es-MX"/>
            </a:br>
            <a:r>
              <a:rPr lang="es-MX"/>
              <a:t>- Ingresar formatos de registro correctos</a:t>
            </a:r>
            <a:br>
              <a:rPr lang="es-MX"/>
            </a:br>
            <a:r>
              <a:rPr lang="es-MX"/>
              <a:t>- Poder notificar errores en la plataforma</a:t>
            </a:r>
            <a:endParaRPr/>
          </a:p>
        </p:txBody>
      </p:sp>
      <p:sp>
        <p:nvSpPr>
          <p:cNvPr id="398" name="Google Shape;398;g3b0f82315d9_1_25"/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>
                <a:solidFill>
                  <a:schemeClr val="lt1"/>
                </a:solidFill>
              </a:rPr>
              <a:t>19</a:t>
            </a:fld>
            <a:endParaRPr>
              <a:solidFill>
                <a:schemeClr val="lt1"/>
              </a:solidFill>
            </a:endParaRPr>
          </a:p>
        </p:txBody>
      </p:sp>
      <p:cxnSp>
        <p:nvCxnSpPr>
          <p:cNvPr id="399" name="Google Shape;399;g3b0f82315d9_1_25"/>
          <p:cNvCxnSpPr/>
          <p:nvPr/>
        </p:nvCxnSpPr>
        <p:spPr>
          <a:xfrm>
            <a:off x="11580488" y="3628357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0" name="Google Shape;400;g3b0f82315d9_1_25"/>
          <p:cNvSpPr txBox="1">
            <a:spLocks noGrp="1"/>
          </p:cNvSpPr>
          <p:nvPr>
            <p:ph type="ftr" idx="4294967295"/>
          </p:nvPr>
        </p:nvSpPr>
        <p:spPr>
          <a:xfrm rot="-5400000">
            <a:off x="9811536" y="219749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01" name="Google Shape;401;g3b0f82315d9_1_25"/>
          <p:cNvSpPr txBox="1">
            <a:spLocks noGrp="1"/>
          </p:cNvSpPr>
          <p:nvPr>
            <p:ph type="ftr" idx="4294967295"/>
          </p:nvPr>
        </p:nvSpPr>
        <p:spPr>
          <a:xfrm rot="-5400000">
            <a:off x="9814415" y="220037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02" name="Google Shape;402;g3b0f82315d9_1_25"/>
          <p:cNvPicPr preferRelativeResize="0"/>
          <p:nvPr/>
        </p:nvPicPr>
        <p:blipFill rotWithShape="1">
          <a:blip r:embed="rId3">
            <a:alphaModFix/>
          </a:blip>
          <a:srcRect l="11282" r="11805"/>
          <a:stretch/>
        </p:blipFill>
        <p:spPr>
          <a:xfrm>
            <a:off x="11186952" y="489381"/>
            <a:ext cx="750774" cy="64887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g3b0f82315d9_1_25"/>
          <p:cNvSpPr txBox="1"/>
          <p:nvPr/>
        </p:nvSpPr>
        <p:spPr>
          <a:xfrm>
            <a:off x="3838950" y="1785150"/>
            <a:ext cx="4514100" cy="6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MX" sz="30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Registrar Productos</a:t>
            </a:r>
            <a:endParaRPr sz="30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b0f82315d9_1_37"/>
          <p:cNvSpPr txBox="1">
            <a:spLocks noGrp="1"/>
          </p:cNvSpPr>
          <p:nvPr>
            <p:ph type="ctrTitle"/>
          </p:nvPr>
        </p:nvSpPr>
        <p:spPr>
          <a:xfrm>
            <a:off x="1524000" y="704877"/>
            <a:ext cx="9144000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</a:pPr>
            <a:r>
              <a:rPr lang="es-MX" sz="4000"/>
              <a:t>HISTORIAS DE USUARIO</a:t>
            </a:r>
            <a:endParaRPr sz="4000"/>
          </a:p>
        </p:txBody>
      </p:sp>
      <p:sp>
        <p:nvSpPr>
          <p:cNvPr id="410" name="Google Shape;410;g3b0f82315d9_1_37"/>
          <p:cNvSpPr txBox="1">
            <a:spLocks noGrp="1"/>
          </p:cNvSpPr>
          <p:nvPr>
            <p:ph type="subTitle" idx="1"/>
          </p:nvPr>
        </p:nvSpPr>
        <p:spPr>
          <a:xfrm>
            <a:off x="1683600" y="2434050"/>
            <a:ext cx="9144000" cy="3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</a:pPr>
            <a:r>
              <a:rPr lang="es-MX"/>
              <a:t>Como usuario registrado (Todos los roles de la plataforma),</a:t>
            </a:r>
            <a:br>
              <a:rPr lang="es-MX"/>
            </a:br>
            <a:r>
              <a:rPr lang="es-MX"/>
              <a:t>Quiero tener la visualización completa de los productos en el inventario y/o stock.</a:t>
            </a:r>
            <a:br>
              <a:rPr lang="es-MX"/>
            </a:br>
            <a:br>
              <a:rPr lang="es-MX"/>
            </a:br>
            <a:r>
              <a:rPr lang="es-MX" b="1"/>
              <a:t>Criterios de aceptación:</a:t>
            </a:r>
            <a:br>
              <a:rPr lang="es-MX"/>
            </a:br>
            <a:r>
              <a:rPr lang="es-MX"/>
              <a:t>- Calcular la cantidad total de productos en Inventario/Stock</a:t>
            </a:r>
            <a:br>
              <a:rPr lang="es-MX"/>
            </a:br>
            <a:r>
              <a:rPr lang="es-MX"/>
              <a:t>- Mostrar/Desplegar Stock disponible</a:t>
            </a:r>
            <a:br>
              <a:rPr lang="es-MX"/>
            </a:br>
            <a:r>
              <a:rPr lang="es-MX"/>
              <a:t>- Poder notificar errores en la plataforma</a:t>
            </a:r>
            <a:endParaRPr/>
          </a:p>
        </p:txBody>
      </p:sp>
      <p:sp>
        <p:nvSpPr>
          <p:cNvPr id="411" name="Google Shape;411;g3b0f82315d9_1_37"/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>
                <a:solidFill>
                  <a:schemeClr val="lt1"/>
                </a:solidFill>
              </a:rPr>
              <a:t>20</a:t>
            </a:fld>
            <a:endParaRPr>
              <a:solidFill>
                <a:schemeClr val="lt1"/>
              </a:solidFill>
            </a:endParaRPr>
          </a:p>
        </p:txBody>
      </p:sp>
      <p:cxnSp>
        <p:nvCxnSpPr>
          <p:cNvPr id="412" name="Google Shape;412;g3b0f82315d9_1_37"/>
          <p:cNvCxnSpPr/>
          <p:nvPr/>
        </p:nvCxnSpPr>
        <p:spPr>
          <a:xfrm>
            <a:off x="11580488" y="3628357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3" name="Google Shape;413;g3b0f82315d9_1_37"/>
          <p:cNvSpPr txBox="1">
            <a:spLocks noGrp="1"/>
          </p:cNvSpPr>
          <p:nvPr>
            <p:ph type="ftr" idx="4294967295"/>
          </p:nvPr>
        </p:nvSpPr>
        <p:spPr>
          <a:xfrm rot="-5400000">
            <a:off x="9811536" y="219749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14" name="Google Shape;414;g3b0f82315d9_1_37"/>
          <p:cNvSpPr txBox="1">
            <a:spLocks noGrp="1"/>
          </p:cNvSpPr>
          <p:nvPr>
            <p:ph type="ftr" idx="4294967295"/>
          </p:nvPr>
        </p:nvSpPr>
        <p:spPr>
          <a:xfrm rot="-5400000">
            <a:off x="9814415" y="220037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15" name="Google Shape;415;g3b0f82315d9_1_37"/>
          <p:cNvPicPr preferRelativeResize="0"/>
          <p:nvPr/>
        </p:nvPicPr>
        <p:blipFill rotWithShape="1">
          <a:blip r:embed="rId3">
            <a:alphaModFix/>
          </a:blip>
          <a:srcRect l="11282" r="11805"/>
          <a:stretch/>
        </p:blipFill>
        <p:spPr>
          <a:xfrm>
            <a:off x="11186952" y="489381"/>
            <a:ext cx="750774" cy="64887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g3b0f82315d9_1_37"/>
          <p:cNvSpPr txBox="1"/>
          <p:nvPr/>
        </p:nvSpPr>
        <p:spPr>
          <a:xfrm>
            <a:off x="3527400" y="1785150"/>
            <a:ext cx="5137200" cy="6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MX" sz="30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Visualizar Productos</a:t>
            </a:r>
            <a:endParaRPr sz="30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b0f82315d9_1_49"/>
          <p:cNvSpPr txBox="1">
            <a:spLocks noGrp="1"/>
          </p:cNvSpPr>
          <p:nvPr>
            <p:ph type="ctrTitle"/>
          </p:nvPr>
        </p:nvSpPr>
        <p:spPr>
          <a:xfrm>
            <a:off x="1524000" y="704877"/>
            <a:ext cx="9144000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</a:pPr>
            <a:r>
              <a:rPr lang="es-MX" sz="4000"/>
              <a:t>HISTORIAS DE USUARIO</a:t>
            </a:r>
            <a:endParaRPr sz="4000"/>
          </a:p>
        </p:txBody>
      </p:sp>
      <p:sp>
        <p:nvSpPr>
          <p:cNvPr id="423" name="Google Shape;423;g3b0f82315d9_1_49"/>
          <p:cNvSpPr txBox="1">
            <a:spLocks noGrp="1"/>
          </p:cNvSpPr>
          <p:nvPr>
            <p:ph type="subTitle" idx="1"/>
          </p:nvPr>
        </p:nvSpPr>
        <p:spPr>
          <a:xfrm>
            <a:off x="1683600" y="2434050"/>
            <a:ext cx="9144000" cy="3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</a:pPr>
            <a:r>
              <a:rPr lang="es-MX"/>
              <a:t>Como usuario registrado (Admin. De Inventario),</a:t>
            </a:r>
            <a:br>
              <a:rPr lang="es-MX"/>
            </a:br>
            <a:r>
              <a:rPr lang="es-MX"/>
              <a:t>Quiero modificar las categorías/nombres/cantidades/fechas de caducidad existentes en el programa.</a:t>
            </a:r>
            <a:br>
              <a:rPr lang="es-MX"/>
            </a:br>
            <a:br>
              <a:rPr lang="es-MX"/>
            </a:br>
            <a:r>
              <a:rPr lang="es-MX" b="1"/>
              <a:t>Criterios de aceptación:</a:t>
            </a:r>
            <a:br>
              <a:rPr lang="es-MX"/>
            </a:br>
            <a:r>
              <a:rPr lang="es-MX"/>
              <a:t>- Modificar el Stock a la necesidad del rol permitido</a:t>
            </a:r>
            <a:br>
              <a:rPr lang="es-MX"/>
            </a:br>
            <a:r>
              <a:rPr lang="es-MX"/>
              <a:t>- Luego de modificar, mostrar la cantidad de productos en Stock Actualizado</a:t>
            </a:r>
            <a:br>
              <a:rPr lang="es-MX"/>
            </a:br>
            <a:r>
              <a:rPr lang="es-MX"/>
              <a:t>- Poder notificar errores en la plataforma</a:t>
            </a:r>
            <a:endParaRPr/>
          </a:p>
        </p:txBody>
      </p:sp>
      <p:sp>
        <p:nvSpPr>
          <p:cNvPr id="424" name="Google Shape;424;g3b0f82315d9_1_49"/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>
                <a:solidFill>
                  <a:schemeClr val="lt1"/>
                </a:solidFill>
              </a:rPr>
              <a:t>21</a:t>
            </a:fld>
            <a:endParaRPr>
              <a:solidFill>
                <a:schemeClr val="lt1"/>
              </a:solidFill>
            </a:endParaRPr>
          </a:p>
        </p:txBody>
      </p:sp>
      <p:cxnSp>
        <p:nvCxnSpPr>
          <p:cNvPr id="425" name="Google Shape;425;g3b0f82315d9_1_49"/>
          <p:cNvCxnSpPr/>
          <p:nvPr/>
        </p:nvCxnSpPr>
        <p:spPr>
          <a:xfrm>
            <a:off x="11580488" y="3628357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6" name="Google Shape;426;g3b0f82315d9_1_49"/>
          <p:cNvSpPr txBox="1">
            <a:spLocks noGrp="1"/>
          </p:cNvSpPr>
          <p:nvPr>
            <p:ph type="ftr" idx="4294967295"/>
          </p:nvPr>
        </p:nvSpPr>
        <p:spPr>
          <a:xfrm rot="-5400000">
            <a:off x="9811536" y="219749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27" name="Google Shape;427;g3b0f82315d9_1_49"/>
          <p:cNvSpPr txBox="1">
            <a:spLocks noGrp="1"/>
          </p:cNvSpPr>
          <p:nvPr>
            <p:ph type="ftr" idx="4294967295"/>
          </p:nvPr>
        </p:nvSpPr>
        <p:spPr>
          <a:xfrm rot="-5400000">
            <a:off x="9814415" y="220037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28" name="Google Shape;428;g3b0f82315d9_1_49"/>
          <p:cNvPicPr preferRelativeResize="0"/>
          <p:nvPr/>
        </p:nvPicPr>
        <p:blipFill rotWithShape="1">
          <a:blip r:embed="rId3">
            <a:alphaModFix/>
          </a:blip>
          <a:srcRect l="11282" r="11805"/>
          <a:stretch/>
        </p:blipFill>
        <p:spPr>
          <a:xfrm>
            <a:off x="11186952" y="489381"/>
            <a:ext cx="750774" cy="648875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g3b0f82315d9_1_49"/>
          <p:cNvSpPr txBox="1"/>
          <p:nvPr/>
        </p:nvSpPr>
        <p:spPr>
          <a:xfrm>
            <a:off x="3233100" y="1785150"/>
            <a:ext cx="5725800" cy="6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MX" sz="30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Modificación de Productos</a:t>
            </a:r>
            <a:endParaRPr sz="30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b0f82315d9_1_61"/>
          <p:cNvSpPr txBox="1">
            <a:spLocks noGrp="1"/>
          </p:cNvSpPr>
          <p:nvPr>
            <p:ph type="ctrTitle"/>
          </p:nvPr>
        </p:nvSpPr>
        <p:spPr>
          <a:xfrm>
            <a:off x="1524000" y="704877"/>
            <a:ext cx="9144000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</a:pPr>
            <a:r>
              <a:rPr lang="es-MX" sz="4000"/>
              <a:t>HISTORIAS DE USUARIO</a:t>
            </a:r>
            <a:endParaRPr sz="4000"/>
          </a:p>
        </p:txBody>
      </p:sp>
      <p:sp>
        <p:nvSpPr>
          <p:cNvPr id="436" name="Google Shape;436;g3b0f82315d9_1_61"/>
          <p:cNvSpPr txBox="1">
            <a:spLocks noGrp="1"/>
          </p:cNvSpPr>
          <p:nvPr>
            <p:ph type="subTitle" idx="1"/>
          </p:nvPr>
        </p:nvSpPr>
        <p:spPr>
          <a:xfrm>
            <a:off x="1683600" y="2434050"/>
            <a:ext cx="9144000" cy="3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</a:pPr>
            <a:r>
              <a:rPr lang="es-MX"/>
              <a:t>Como usuario registrado (Admin. De Plataforma),</a:t>
            </a:r>
            <a:br>
              <a:rPr lang="es-MX"/>
            </a:br>
            <a:r>
              <a:rPr lang="es-MX"/>
              <a:t>Quiero recibir notificaciones de los errores enviados por los demás usuarios (roles) de la plataforma.</a:t>
            </a:r>
            <a:br>
              <a:rPr lang="es-MX"/>
            </a:br>
            <a:br>
              <a:rPr lang="es-MX"/>
            </a:br>
            <a:r>
              <a:rPr lang="es-MX" b="1"/>
              <a:t>Criterios de aceptación:</a:t>
            </a:r>
            <a:br>
              <a:rPr lang="es-MX"/>
            </a:br>
            <a:r>
              <a:rPr lang="es-MX"/>
              <a:t>- Modificar el Stock a la necesidad del rol permitido</a:t>
            </a:r>
            <a:br>
              <a:rPr lang="es-MX"/>
            </a:br>
            <a:r>
              <a:rPr lang="es-MX"/>
              <a:t>- Luego de modificar, mostrar la cantidad de productos en Stock Actualizado</a:t>
            </a:r>
            <a:endParaRPr/>
          </a:p>
        </p:txBody>
      </p:sp>
      <p:sp>
        <p:nvSpPr>
          <p:cNvPr id="437" name="Google Shape;437;g3b0f82315d9_1_61"/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>
                <a:solidFill>
                  <a:schemeClr val="lt1"/>
                </a:solidFill>
              </a:rPr>
              <a:t>22</a:t>
            </a:fld>
            <a:endParaRPr>
              <a:solidFill>
                <a:schemeClr val="lt1"/>
              </a:solidFill>
            </a:endParaRPr>
          </a:p>
        </p:txBody>
      </p:sp>
      <p:cxnSp>
        <p:nvCxnSpPr>
          <p:cNvPr id="438" name="Google Shape;438;g3b0f82315d9_1_61"/>
          <p:cNvCxnSpPr/>
          <p:nvPr/>
        </p:nvCxnSpPr>
        <p:spPr>
          <a:xfrm>
            <a:off x="11580488" y="3628357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9" name="Google Shape;439;g3b0f82315d9_1_61"/>
          <p:cNvSpPr txBox="1">
            <a:spLocks noGrp="1"/>
          </p:cNvSpPr>
          <p:nvPr>
            <p:ph type="ftr" idx="4294967295"/>
          </p:nvPr>
        </p:nvSpPr>
        <p:spPr>
          <a:xfrm rot="-5400000">
            <a:off x="9811536" y="219749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40" name="Google Shape;440;g3b0f82315d9_1_61"/>
          <p:cNvSpPr txBox="1">
            <a:spLocks noGrp="1"/>
          </p:cNvSpPr>
          <p:nvPr>
            <p:ph type="ftr" idx="4294967295"/>
          </p:nvPr>
        </p:nvSpPr>
        <p:spPr>
          <a:xfrm rot="-5400000">
            <a:off x="9814415" y="220037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41" name="Google Shape;441;g3b0f82315d9_1_61"/>
          <p:cNvPicPr preferRelativeResize="0"/>
          <p:nvPr/>
        </p:nvPicPr>
        <p:blipFill rotWithShape="1">
          <a:blip r:embed="rId3">
            <a:alphaModFix/>
          </a:blip>
          <a:srcRect l="11282" r="11805"/>
          <a:stretch/>
        </p:blipFill>
        <p:spPr>
          <a:xfrm>
            <a:off x="11186952" y="489381"/>
            <a:ext cx="750774" cy="64887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g3b0f82315d9_1_61"/>
          <p:cNvSpPr txBox="1"/>
          <p:nvPr/>
        </p:nvSpPr>
        <p:spPr>
          <a:xfrm>
            <a:off x="3233100" y="1785150"/>
            <a:ext cx="5725800" cy="6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MX" sz="30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Notificaciones de Error</a:t>
            </a:r>
            <a:endParaRPr sz="30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2748" y="2289417"/>
            <a:ext cx="900350" cy="9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13105" y="2289417"/>
            <a:ext cx="900350" cy="881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13105" y="3189767"/>
            <a:ext cx="900349" cy="840326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4"/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>
                <a:solidFill>
                  <a:srgbClr val="FFFFFF"/>
                </a:solidFill>
              </a:rPr>
              <a:t>23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452" name="Google Shape;452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12748" y="3189769"/>
            <a:ext cx="900350" cy="840325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14"/>
          <p:cNvSpPr txBox="1">
            <a:spLocks noGrp="1"/>
          </p:cNvSpPr>
          <p:nvPr>
            <p:ph type="ftr" idx="4294967295"/>
          </p:nvPr>
        </p:nvSpPr>
        <p:spPr>
          <a:xfrm rot="-5400000">
            <a:off x="-462628" y="1591359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54" name="Google Shape;454;p14"/>
          <p:cNvSpPr txBox="1">
            <a:spLocks noGrp="1"/>
          </p:cNvSpPr>
          <p:nvPr>
            <p:ph type="ftr" idx="4294967295"/>
          </p:nvPr>
        </p:nvSpPr>
        <p:spPr>
          <a:xfrm rot="-5400000">
            <a:off x="-462628" y="1594242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DATA STOCK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55" name="Google Shape;455;p14"/>
          <p:cNvSpPr txBox="1">
            <a:spLocks noGrp="1"/>
          </p:cNvSpPr>
          <p:nvPr>
            <p:ph type="title" idx="4294967295"/>
          </p:nvPr>
        </p:nvSpPr>
        <p:spPr>
          <a:xfrm>
            <a:off x="3595734" y="2542594"/>
            <a:ext cx="68475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</a:pPr>
            <a:r>
              <a:rPr lang="es-MX" sz="7000" b="1">
                <a:solidFill>
                  <a:schemeClr val="lt1"/>
                </a:solidFill>
              </a:rPr>
              <a:t>¡GRACIAS!</a:t>
            </a:r>
            <a:endParaRPr sz="7000" b="1">
              <a:solidFill>
                <a:schemeClr val="lt1"/>
              </a:solidFill>
            </a:endParaRPr>
          </a:p>
        </p:txBody>
      </p:sp>
      <p:pic>
        <p:nvPicPr>
          <p:cNvPr id="456" name="Google Shape;456;p14"/>
          <p:cNvPicPr preferRelativeResize="0"/>
          <p:nvPr/>
        </p:nvPicPr>
        <p:blipFill rotWithShape="1">
          <a:blip r:embed="rId7">
            <a:alphaModFix/>
          </a:blip>
          <a:srcRect l="11282" r="11805"/>
          <a:stretch/>
        </p:blipFill>
        <p:spPr>
          <a:xfrm>
            <a:off x="2512750" y="2395075"/>
            <a:ext cx="1800700" cy="1556311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4"/>
          <p:cNvSpPr txBox="1"/>
          <p:nvPr/>
        </p:nvSpPr>
        <p:spPr>
          <a:xfrm>
            <a:off x="5941650" y="3580600"/>
            <a:ext cx="241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u="sng">
                <a:solidFill>
                  <a:schemeClr val="lt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DEFINICIÓN DEL PROYECTO</a:t>
            </a:r>
            <a:endParaRPr sz="1200" b="1">
              <a:solidFill>
                <a:schemeClr val="lt1"/>
              </a:solidFill>
            </a:endParaRPr>
          </a:p>
        </p:txBody>
      </p:sp>
      <p:sp>
        <p:nvSpPr>
          <p:cNvPr id="458" name="Google Shape;458;p14"/>
          <p:cNvSpPr txBox="1"/>
          <p:nvPr/>
        </p:nvSpPr>
        <p:spPr>
          <a:xfrm>
            <a:off x="5595131" y="3853950"/>
            <a:ext cx="3053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u="sng">
                <a:solidFill>
                  <a:schemeClr val="lt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PROYECTO E HISTORIAS DE USUARIO</a:t>
            </a:r>
            <a:endParaRPr sz="12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dientUnivers">
  <a:themeElements>
    <a:clrScheme name="Gradient">
      <a:dk1>
        <a:srgbClr val="000000"/>
      </a:dk1>
      <a:lt1>
        <a:srgbClr val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1350</Words>
  <Application>Microsoft Office PowerPoint</Application>
  <PresentationFormat>Panorámica</PresentationFormat>
  <Paragraphs>175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Calibri</vt:lpstr>
      <vt:lpstr>Open Sans</vt:lpstr>
      <vt:lpstr>Arial</vt:lpstr>
      <vt:lpstr>GradientUnivers</vt:lpstr>
      <vt:lpstr>SISTEMA DE GESTIÓN DE INVENTARIOS Y CONTROL DE ABASTECIMIENTO PARA SUPERMERCADOS DE BARRIO CON 4 PUNTOS DE VENTA</vt:lpstr>
      <vt:lpstr>Problema que resuelve:</vt:lpstr>
      <vt:lpstr>JUSTIFICACIÓN</vt:lpstr>
      <vt:lpstr>Presentación de PowerPoint</vt:lpstr>
      <vt:lpstr>OBJETIVO GENERAL</vt:lpstr>
      <vt:lpstr>OBJETIVOS ESPECÍFICOS</vt:lpstr>
      <vt:lpstr>¡GRACIAS!</vt:lpstr>
      <vt:lpstr>ALCANCE</vt:lpstr>
      <vt:lpstr>DIAGRAMA DE PROCESO GENERAL</vt:lpstr>
      <vt:lpstr>DIAGRAMAS DE SUBPROCESO </vt:lpstr>
      <vt:lpstr>DIAGRAMAS DE SUBPROCESO </vt:lpstr>
      <vt:lpstr>DIAGRAMAS DE SUBPROCESO </vt:lpstr>
      <vt:lpstr>ANÁLISIS CUANTITATIVO</vt:lpstr>
      <vt:lpstr>ANÁLISIS CUANTITATIVO</vt:lpstr>
      <vt:lpstr> </vt:lpstr>
      <vt:lpstr>HISTORIAS DE USUARIO</vt:lpstr>
      <vt:lpstr>HISTORIAS DE USUARIO</vt:lpstr>
      <vt:lpstr>HISTORIAS DE USUARIO</vt:lpstr>
      <vt:lpstr>HISTORIAS DE USUARIO</vt:lpstr>
      <vt:lpstr>HISTORIAS DE USUARIO</vt:lpstr>
      <vt:lpstr>HISTORIAS DE USUARIO</vt:lpstr>
      <vt:lpstr>HISTORIAS DE USUARIO</vt:lpstr>
      <vt:lpstr>¡GRACIAS!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Juan Esteban Peraza Pinzon</dc:creator>
  <cp:lastModifiedBy>Reyna Lucia Morales Romero</cp:lastModifiedBy>
  <cp:revision>14</cp:revision>
  <dcterms:created xsi:type="dcterms:W3CDTF">2025-11-18T16:23:07Z</dcterms:created>
  <dcterms:modified xsi:type="dcterms:W3CDTF">2026-03-09T20:31:46Z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